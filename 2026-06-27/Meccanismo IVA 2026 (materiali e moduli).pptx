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4"/>
    <p:sldMasterId id="2147483674" r:id="rId5"/>
  </p:sldMasterIdLst>
  <p:notesMasterIdLst>
    <p:notesMasterId r:id="rId9"/>
  </p:notesMasterIdLst>
  <p:handoutMasterIdLst>
    <p:handoutMasterId r:id="rId10"/>
  </p:handoutMasterIdLst>
  <p:sldIdLst>
    <p:sldId id="256" r:id="rId6"/>
    <p:sldId id="342" r:id="rId7"/>
    <p:sldId id="343" r:id="rId8"/>
  </p:sldIdLst>
  <p:sldSz cx="9144000" cy="6858000" type="screen4x3"/>
  <p:notesSz cx="6858000" cy="9144000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 panose="020B0603030804020204"/>
        <a:cs typeface="DejaVu Sans" panose="020B0603030804020204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 panose="020B0603030804020204"/>
        <a:cs typeface="DejaVu Sans" panose="020B0603030804020204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 panose="020B0603030804020204"/>
        <a:cs typeface="DejaVu Sans" panose="020B0603030804020204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 panose="020B0603030804020204"/>
        <a:cs typeface="DejaVu Sans" panose="020B0603030804020204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 panose="020B0603030804020204"/>
        <a:cs typeface="DejaVu Sans" panose="020B0603030804020204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 panose="020B0603030804020204"/>
        <a:cs typeface="DejaVu Sans" panose="020B0603030804020204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 panose="020B0603030804020204"/>
        <a:cs typeface="DejaVu Sans" panose="020B0603030804020204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 panose="020B0603030804020204"/>
        <a:cs typeface="DejaVu Sans" panose="020B0603030804020204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 panose="020B0603030804020204"/>
        <a:cs typeface="DejaVu Sans" panose="020B0603030804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BCC7A6-934D-4534-925D-08F7CC648F94}" v="1" dt="2025-06-27T10:16:57.982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æ·±è²æ ·å¼ 1 - å¼ºè°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ä¸­åº¦æ ·å¼ 2 - å¼ºè°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ile con tema 1 - Color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Stile medio 4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674" autoAdjust="0"/>
  </p:normalViewPr>
  <p:slideViewPr>
    <p:cSldViewPr snapToGrid="0"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 Bonfanti" userId="c30ac399-0397-4b02-b9ad-714907a1cb7e" providerId="ADAL" clId="{0EBCC7A6-934D-4534-925D-08F7CC648F94}"/>
    <pc:docChg chg="custSel addSld delSld modSld">
      <pc:chgData name="Luca Bonfanti" userId="c30ac399-0397-4b02-b9ad-714907a1cb7e" providerId="ADAL" clId="{0EBCC7A6-934D-4534-925D-08F7CC648F94}" dt="2025-06-27T10:16:48.634" v="57" actId="1076"/>
      <pc:docMkLst>
        <pc:docMk/>
      </pc:docMkLst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22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23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24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25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26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27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28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29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30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31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32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33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34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35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36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37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38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39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41"/>
        </pc:sldMkLst>
      </pc:sldChg>
      <pc:sldChg chg="addSp delSp modSp mod">
        <pc:chgData name="Luca Bonfanti" userId="c30ac399-0397-4b02-b9ad-714907a1cb7e" providerId="ADAL" clId="{0EBCC7A6-934D-4534-925D-08F7CC648F94}" dt="2025-06-27T10:16:48.634" v="57" actId="1076"/>
        <pc:sldMkLst>
          <pc:docMk/>
          <pc:sldMk cId="0" sldId="342"/>
        </pc:sldMkLst>
        <pc:spChg chg="add mod">
          <ac:chgData name="Luca Bonfanti" userId="c30ac399-0397-4b02-b9ad-714907a1cb7e" providerId="ADAL" clId="{0EBCC7A6-934D-4534-925D-08F7CC648F94}" dt="2025-06-27T10:16:48.634" v="57" actId="1076"/>
          <ac:spMkLst>
            <pc:docMk/>
            <pc:sldMk cId="0" sldId="342"/>
            <ac:spMk id="5" creationId="{2689A14F-246D-820F-CCC9-2013D127CDBD}"/>
          </ac:spMkLst>
        </pc:spChg>
        <pc:spChg chg="del mod">
          <ac:chgData name="Luca Bonfanti" userId="c30ac399-0397-4b02-b9ad-714907a1cb7e" providerId="ADAL" clId="{0EBCC7A6-934D-4534-925D-08F7CC648F94}" dt="2025-06-27T10:12:54.250" v="9" actId="478"/>
          <ac:spMkLst>
            <pc:docMk/>
            <pc:sldMk cId="0" sldId="342"/>
            <ac:spMk id="461" creationId="{00000000-0000-0000-0000-000000000000}"/>
          </ac:spMkLst>
        </pc:spChg>
        <pc:spChg chg="mod">
          <ac:chgData name="Luca Bonfanti" userId="c30ac399-0397-4b02-b9ad-714907a1cb7e" providerId="ADAL" clId="{0EBCC7A6-934D-4534-925D-08F7CC648F94}" dt="2025-06-27T10:13:09.891" v="44" actId="20577"/>
          <ac:spMkLst>
            <pc:docMk/>
            <pc:sldMk cId="0" sldId="342"/>
            <ac:spMk id="462" creationId="{00000000-0000-0000-0000-000000000000}"/>
          </ac:spMkLst>
        </pc:spChg>
        <pc:picChg chg="del">
          <ac:chgData name="Luca Bonfanti" userId="c30ac399-0397-4b02-b9ad-714907a1cb7e" providerId="ADAL" clId="{0EBCC7A6-934D-4534-925D-08F7CC648F94}" dt="2025-06-27T10:12:55.962" v="10" actId="478"/>
          <ac:picMkLst>
            <pc:docMk/>
            <pc:sldMk cId="0" sldId="342"/>
            <ac:picMk id="2" creationId="{4816FA5F-8E9E-2C87-5C4E-D071A6266B1B}"/>
          </ac:picMkLst>
        </pc:picChg>
        <pc:picChg chg="del">
          <ac:chgData name="Luca Bonfanti" userId="c30ac399-0397-4b02-b9ad-714907a1cb7e" providerId="ADAL" clId="{0EBCC7A6-934D-4534-925D-08F7CC648F94}" dt="2025-06-27T10:12:57.657" v="11" actId="478"/>
          <ac:picMkLst>
            <pc:docMk/>
            <pc:sldMk cId="0" sldId="342"/>
            <ac:picMk id="4" creationId="{F4AD3AD1-2245-525C-9D50-36A214E788E4}"/>
          </ac:picMkLst>
        </pc:picChg>
      </pc:sldChg>
      <pc:sldChg chg="add">
        <pc:chgData name="Luca Bonfanti" userId="c30ac399-0397-4b02-b9ad-714907a1cb7e" providerId="ADAL" clId="{0EBCC7A6-934D-4534-925D-08F7CC648F94}" dt="2025-06-27T10:12:38.770" v="1" actId="2890"/>
        <pc:sldMkLst>
          <pc:docMk/>
          <pc:sldMk cId="654679822" sldId="343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46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54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55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59"/>
        </pc:sldMkLst>
      </pc:sldChg>
      <pc:sldChg chg="del">
        <pc:chgData name="Luca Bonfanti" userId="c30ac399-0397-4b02-b9ad-714907a1cb7e" providerId="ADAL" clId="{0EBCC7A6-934D-4534-925D-08F7CC648F94}" dt="2025-06-27T10:12:29.543" v="0" actId="47"/>
        <pc:sldMkLst>
          <pc:docMk/>
          <pc:sldMk cId="0" sldId="3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  <a:cs typeface="+mn-cs"/>
              </a:defRPr>
            </a:lvl1pPr>
          </a:lstStyle>
          <a:p>
            <a:fld id="{40222A95-F431-DA48-BF28-BBDB97D74870}" type="datetimeFigureOut">
              <a:rPr lang="it-IT"/>
              <a:t>26/06/2026</a:t>
            </a:fld>
            <a:endParaRPr lang="it-IT">
              <a:latin typeface="Arial" panose="020B0604020202020204" pitchFamily="34" charset="0"/>
              <a:ea typeface="DejaVu Sans" panose="020B0603030804020204"/>
              <a:cs typeface="DejaVu Sans" panose="020B0603030804020204"/>
            </a:endParaRP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F0DF52DD-64EA-4D65-9908-00574F3D9288}" type="slidenum">
              <a:rPr lang="it-IT" altLang="en-US"/>
              <a:t>‹N›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812800"/>
            <a:ext cx="7127875" cy="4008438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it-IT" noProof="1"/>
              <a:t>Fai clic per spostare la diapositiva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it-IT" noProof="1"/>
              <a:t>Fai clic per modificare il formato delle note</a:t>
            </a:r>
          </a:p>
        </p:txBody>
      </p:sp>
      <p:sp>
        <p:nvSpPr>
          <p:cNvPr id="1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1363" cy="534988"/>
          </a:xfrm>
          <a:prstGeom prst="rect">
            <a:avLst/>
          </a:prstGeom>
        </p:spPr>
        <p:txBody>
          <a:bodyPr lIns="0" tIns="0" rIns="0" bIns="0"/>
          <a:lstStyle>
            <a:lvl1pPr fontAlgn="auto">
              <a:defRPr sz="1400" spc="-1" noProof="1">
                <a:latin typeface="Times New Roman" panose="02020603050405020304"/>
                <a:ea typeface="+mn-ea"/>
                <a:cs typeface="+mn-cs"/>
              </a:defRPr>
            </a:lvl1pPr>
          </a:lstStyle>
          <a:p>
            <a:r>
              <a:rPr lang="it-IT"/>
              <a:t>&lt;intestazione&gt;</a:t>
            </a:r>
          </a:p>
        </p:txBody>
      </p:sp>
      <p:sp>
        <p:nvSpPr>
          <p:cNvPr id="117" name="PlaceHolder 4"/>
          <p:cNvSpPr>
            <a:spLocks noGrp="1"/>
          </p:cNvSpPr>
          <p:nvPr>
            <p:ph type="dt"/>
          </p:nvPr>
        </p:nvSpPr>
        <p:spPr>
          <a:xfrm>
            <a:off x="4278313" y="0"/>
            <a:ext cx="3281362" cy="534988"/>
          </a:xfrm>
          <a:prstGeom prst="rect">
            <a:avLst/>
          </a:prstGeom>
        </p:spPr>
        <p:txBody>
          <a:bodyPr lIns="0" tIns="0" rIns="0" bIns="0"/>
          <a:lstStyle>
            <a:lvl1pPr algn="r" fontAlgn="auto">
              <a:defRPr sz="1400" spc="-1" noProof="1">
                <a:latin typeface="Times New Roman" panose="02020603050405020304"/>
                <a:ea typeface="+mn-ea"/>
                <a:cs typeface="+mn-cs"/>
              </a:defRPr>
            </a:lvl1pPr>
          </a:lstStyle>
          <a:p>
            <a:r>
              <a:rPr lang="it-IT"/>
              <a:t>&lt;data/ora&gt;</a:t>
            </a:r>
          </a:p>
        </p:txBody>
      </p:sp>
      <p:sp>
        <p:nvSpPr>
          <p:cNvPr id="118" name="PlaceHolder 5"/>
          <p:cNvSpPr>
            <a:spLocks noGrp="1"/>
          </p:cNvSpPr>
          <p:nvPr>
            <p:ph type="ftr"/>
          </p:nvPr>
        </p:nvSpPr>
        <p:spPr>
          <a:xfrm>
            <a:off x="0" y="10156825"/>
            <a:ext cx="3281363" cy="534988"/>
          </a:xfrm>
          <a:prstGeom prst="rect">
            <a:avLst/>
          </a:prstGeom>
        </p:spPr>
        <p:txBody>
          <a:bodyPr lIns="0" tIns="0" rIns="0" bIns="0" anchor="b"/>
          <a:lstStyle>
            <a:lvl1pPr fontAlgn="auto">
              <a:defRPr sz="1400" spc="-1" noProof="1">
                <a:latin typeface="Times New Roman" panose="02020603050405020304"/>
                <a:ea typeface="+mn-ea"/>
                <a:cs typeface="+mn-cs"/>
              </a:defRPr>
            </a:lvl1pPr>
          </a:lstStyle>
          <a:p>
            <a:r>
              <a:rPr lang="it-IT"/>
              <a:t>&lt;piè di pagina&gt;</a:t>
            </a:r>
          </a:p>
        </p:txBody>
      </p:sp>
      <p:sp>
        <p:nvSpPr>
          <p:cNvPr id="119" name="PlaceHolder 6"/>
          <p:cNvSpPr>
            <a:spLocks noGrp="1"/>
          </p:cNvSpPr>
          <p:nvPr>
            <p:ph type="sldNum"/>
          </p:nvPr>
        </p:nvSpPr>
        <p:spPr>
          <a:xfrm>
            <a:off x="4278313" y="10156825"/>
            <a:ext cx="3281362" cy="534988"/>
          </a:xfrm>
          <a:prstGeom prst="rect">
            <a:avLst/>
          </a:prstGeom>
        </p:spPr>
        <p:txBody>
          <a:bodyPr vert="horz" wrap="square" lIns="0" tIns="0" rIns="0" bIns="0" numCol="1" anchor="b" anchorCtr="0" compatLnSpc="1"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447EC4FE-4E90-43A4-AAA7-4634740AB930}" type="slidenum">
              <a:rPr lang="it-IT" altLang="en-US"/>
              <a:t>‹N›</a:t>
            </a:fld>
            <a:endParaRPr lang="it-I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PlaceHolder 1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0413" cy="3427413"/>
          </a:xfrm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813" cy="4113213"/>
          </a:xfrm>
        </p:spPr>
        <p:txBody>
          <a:bodyPr/>
          <a:lstStyle/>
          <a:p>
            <a:pPr fontAlgn="auto"/>
            <a:endParaRPr lang="it-IT" sz="2000" spc="-1" noProof="1"/>
          </a:p>
        </p:txBody>
      </p:sp>
      <p:sp>
        <p:nvSpPr>
          <p:cNvPr id="466" name="CustomShape 3"/>
          <p:cNvSpPr/>
          <p:nvPr/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Segnaposto piè di pagina 1"/>
          <p:cNvSpPr>
            <a:spLocks noGrp="1"/>
          </p:cNvSpPr>
          <p:nvPr>
            <p:ph type="ftr" idx="10"/>
          </p:nvPr>
        </p:nvSpPr>
        <p:spPr>
          <a:xfrm>
            <a:off x="0" y="10156825"/>
            <a:ext cx="3281363" cy="534988"/>
          </a:xfrm>
          <a:prstGeom prst="rect">
            <a:avLst/>
          </a:prstGeom>
        </p:spPr>
        <p:txBody>
          <a:bodyPr lIns="0" tIns="0" rIns="0" bIns="0" anchor="b"/>
          <a:lstStyle/>
          <a:p>
            <a:pPr fontAlgn="auto"/>
            <a:r>
              <a:rPr lang="it-IT" sz="1400" spc="-1" noProof="1">
                <a:latin typeface="Times New Roman" panose="02020603050405020304"/>
                <a:ea typeface="+mn-ea"/>
                <a:cs typeface="+mn-cs"/>
              </a:rPr>
              <a:t>&lt;piè di pagina&gt;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anchor="ctr"/>
          <a:lstStyle/>
          <a:p>
            <a:endParaRPr lang="it-IT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anchor="ctr"/>
          <a:lstStyle/>
          <a:p>
            <a:endParaRPr lang="it-IT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anchor="ctr"/>
          <a:lstStyle/>
          <a:p>
            <a:endParaRPr lang="it-IT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anchor="ctr"/>
          <a:lstStyle/>
          <a:p>
            <a:endParaRPr lang="it-IT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/>
          <a:lstStyle/>
          <a:p>
            <a:endParaRPr lang="it-IT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4588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it-IT" noProof="1"/>
              <a:t>Fai clic per modificare il formato del testo del titolo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963"/>
            <a:ext cx="8229600" cy="397668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rPr lang="it-IT" noProof="1"/>
              <a:t>Fai clic per modificare il formato del testo della struttura</a:t>
            </a:r>
          </a:p>
          <a:p>
            <a:pPr lvl="1"/>
            <a:r>
              <a:rPr lang="it-IT" noProof="1"/>
              <a:t>Secondo livello struttura</a:t>
            </a:r>
          </a:p>
          <a:p>
            <a:pPr lvl="2"/>
            <a:r>
              <a:rPr lang="it-IT" noProof="1"/>
              <a:t>Terzo livello struttura</a:t>
            </a:r>
          </a:p>
          <a:p>
            <a:pPr lvl="3"/>
            <a:r>
              <a:rPr lang="it-IT" noProof="1"/>
              <a:t>Quarto livello struttura</a:t>
            </a:r>
          </a:p>
          <a:p>
            <a:pPr lvl="4"/>
            <a:r>
              <a:rPr lang="it-IT" noProof="1"/>
              <a:t>Quinto livello struttura</a:t>
            </a:r>
          </a:p>
          <a:p>
            <a:pPr lvl="5"/>
            <a:r>
              <a:rPr lang="it-IT" noProof="1"/>
              <a:t>Sesto livello struttura</a:t>
            </a:r>
          </a:p>
          <a:p>
            <a:pPr lvl="6"/>
            <a:r>
              <a:rPr lang="it-IT" noProof="1"/>
              <a:t>Settimo livello struttura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 panose="020B0603030804020204"/>
          <a:cs typeface="DejaVu Sans" panose="020B0603030804020204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 panose="020B0603030804020204"/>
          <a:cs typeface="DejaVu Sans" panose="020B0603030804020204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 panose="020B0603030804020204"/>
          <a:cs typeface="DejaVu Sans" panose="020B0603030804020204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 panose="020B0603030804020204"/>
          <a:cs typeface="DejaVu Sans" panose="020B0603030804020204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 panose="020B0603030804020204"/>
          <a:cs typeface="DejaVu Sans" panose="020B0603030804020204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 panose="020B0603030804020204"/>
          <a:cs typeface="DejaVu Sans" panose="020B0603030804020204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 panose="020B0603030804020204"/>
          <a:cs typeface="DejaVu Sans" panose="020B0603030804020204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 panose="020B0603030804020204"/>
          <a:cs typeface="DejaVu Sans" panose="020B0603030804020204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4588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it-IT" noProof="1"/>
              <a:t>Fai clic per modificare il formato del testo del titolo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963"/>
            <a:ext cx="8229600" cy="397668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rPr lang="it-IT" noProof="1"/>
              <a:t>Fai clic per modificare il formato del testo della struttura</a:t>
            </a:r>
          </a:p>
          <a:p>
            <a:pPr lvl="1"/>
            <a:r>
              <a:rPr lang="it-IT" noProof="1"/>
              <a:t>Secondo livello struttura</a:t>
            </a:r>
          </a:p>
          <a:p>
            <a:pPr lvl="2"/>
            <a:r>
              <a:rPr lang="it-IT" noProof="1"/>
              <a:t>Terzo livello struttura</a:t>
            </a:r>
          </a:p>
          <a:p>
            <a:pPr lvl="3"/>
            <a:r>
              <a:rPr lang="it-IT" noProof="1"/>
              <a:t>Quarto livello struttura</a:t>
            </a:r>
          </a:p>
          <a:p>
            <a:pPr lvl="4"/>
            <a:r>
              <a:rPr lang="it-IT" noProof="1"/>
              <a:t>Quinto livello struttura</a:t>
            </a:r>
          </a:p>
          <a:p>
            <a:pPr lvl="5"/>
            <a:r>
              <a:rPr lang="it-IT" noProof="1"/>
              <a:t>Sesto livello struttura</a:t>
            </a:r>
          </a:p>
          <a:p>
            <a:pPr lvl="6"/>
            <a:r>
              <a:rPr lang="it-IT" noProof="1"/>
              <a:t>Settimo livello struttura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 panose="020B0603030804020204"/>
          <a:cs typeface="DejaVu Sans" panose="020B0603030804020204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 panose="020B0603030804020204"/>
          <a:cs typeface="DejaVu Sans" panose="020B0603030804020204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 panose="020B0603030804020204"/>
          <a:cs typeface="DejaVu Sans" panose="020B0603030804020204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 panose="020B0603030804020204"/>
          <a:cs typeface="DejaVu Sans" panose="020B0603030804020204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 panose="020B0603030804020204"/>
          <a:cs typeface="DejaVu Sans" panose="020B0603030804020204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 panose="020B0603030804020204"/>
          <a:cs typeface="DejaVu Sans" panose="020B0603030804020204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 panose="020B0603030804020204"/>
          <a:cs typeface="DejaVu Sans" panose="020B0603030804020204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 panose="020B0603030804020204"/>
          <a:cs typeface="DejaVu Sans" panose="020B0603030804020204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forms.cloud.microsoft/e/SX6rzENbWK" TargetMode="Externa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ragolab.github.io/MDT-lezioni/INDEX.html" TargetMode="External"/><Relationship Id="rId2" Type="http://schemas.openxmlformats.org/officeDocument/2006/relationships/hyperlink" Target="https://unicattolica-my.sharepoint.com/:f:/r/personal/luca_bonfanti_unicatt_it/Documents/MDT%202026/2026%2006%2027%20meccanismo%20Iva?csf=1&amp;web=1&amp;e=eYt8uF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323850" y="4848225"/>
            <a:ext cx="5975350" cy="3635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fontAlgn="auto"/>
            <a:r>
              <a:rPr lang="it-IT" spc="-1" noProof="1">
                <a:solidFill>
                  <a:srgbClr val="FFFFFF"/>
                </a:solidFill>
                <a:latin typeface="Ubuntu" panose="020B0604030602030204"/>
                <a:ea typeface="Ubuntu" panose="020B0604030602030204"/>
              </a:rPr>
              <a:t>Luca Bonfanti</a:t>
            </a:r>
            <a:endParaRPr lang="it-IT" spc="-1" noProof="1"/>
          </a:p>
          <a:p>
            <a:pPr fontAlgn="auto"/>
            <a:r>
              <a:rPr lang="it-IT" i="1" spc="-1" noProof="1">
                <a:solidFill>
                  <a:srgbClr val="FFFFFF"/>
                </a:solidFill>
                <a:latin typeface="Ubuntu" panose="020B0604030602030204"/>
                <a:ea typeface="Ubuntu" panose="020B0604030602030204"/>
              </a:rPr>
              <a:t>Università Cattolica di Milano</a:t>
            </a:r>
          </a:p>
          <a:p>
            <a:pPr fontAlgn="auto"/>
            <a:r>
              <a:rPr lang="it-IT" i="1" spc="-1" noProof="1">
                <a:solidFill>
                  <a:srgbClr val="FFFFFF"/>
                </a:solidFill>
                <a:latin typeface="Ubuntu" panose="020B0604030602030204"/>
                <a:ea typeface="Ubuntu" panose="020B0604030602030204"/>
              </a:rPr>
              <a:t>BDC Associati</a:t>
            </a:r>
            <a:endParaRPr lang="it-IT" spc="-1" noProof="1"/>
          </a:p>
        </p:txBody>
      </p:sp>
      <p:sp>
        <p:nvSpPr>
          <p:cNvPr id="121" name="CustomShape 2"/>
          <p:cNvSpPr/>
          <p:nvPr/>
        </p:nvSpPr>
        <p:spPr>
          <a:xfrm>
            <a:off x="323850" y="3484563"/>
            <a:ext cx="5326063" cy="94138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fontAlgn="auto"/>
            <a:r>
              <a:rPr lang="it-IT" sz="2800" b="1" spc="-1" noProof="1">
                <a:solidFill>
                  <a:srgbClr val="FFFFFF"/>
                </a:solidFill>
                <a:latin typeface="Ubuntu" panose="020B0604030602030204"/>
              </a:rPr>
              <a:t>Il meccanismo applicativo dell’IVA - Moduli</a:t>
            </a:r>
          </a:p>
          <a:p>
            <a:pPr fontAlgn="auto"/>
            <a:endParaRPr lang="it-IT" sz="2800" spc="-1" noProof="1"/>
          </a:p>
        </p:txBody>
      </p:sp>
      <p:sp>
        <p:nvSpPr>
          <p:cNvPr id="122" name="CustomShape 3"/>
          <p:cNvSpPr/>
          <p:nvPr/>
        </p:nvSpPr>
        <p:spPr>
          <a:xfrm>
            <a:off x="323850" y="848379"/>
            <a:ext cx="5326063" cy="67403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fontAlgn="auto"/>
            <a:r>
              <a:rPr lang="it-IT" sz="2800" b="1" spc="-1" noProof="1">
                <a:solidFill>
                  <a:srgbClr val="000000"/>
                </a:solidFill>
                <a:latin typeface="Ubuntu" panose="020B0604030602030204"/>
                <a:ea typeface="Ubuntu" panose="020B0604030602030204"/>
              </a:rPr>
              <a:t>Master in Diritto Tributario</a:t>
            </a:r>
            <a:endParaRPr 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CustomShape 2"/>
          <p:cNvSpPr/>
          <p:nvPr/>
        </p:nvSpPr>
        <p:spPr>
          <a:xfrm>
            <a:off x="3092450" y="98425"/>
            <a:ext cx="6013450" cy="9445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fontAlgn="auto"/>
            <a:r>
              <a:rPr lang="it-IT" sz="2800" b="1" spc="-1" noProof="1">
                <a:solidFill>
                  <a:srgbClr val="FFFFFF"/>
                </a:solidFill>
                <a:latin typeface="Ubuntu" panose="020B0604030602030204"/>
              </a:rPr>
              <a:t>Scelta sentenza</a:t>
            </a:r>
            <a:endParaRPr lang="it-IT" sz="2800" spc="-1" noProof="1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689A14F-246D-820F-CCC9-2013D127CDBD}"/>
              </a:ext>
            </a:extLst>
          </p:cNvPr>
          <p:cNvSpPr txBox="1"/>
          <p:nvPr/>
        </p:nvSpPr>
        <p:spPr>
          <a:xfrm>
            <a:off x="438150" y="2736502"/>
            <a:ext cx="354665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dirty="0">
                <a:hlinkClick r:id="rId2"/>
              </a:rPr>
              <a:t>Scelta sentenze IVA - 27 06 2026 – Compila modulo</a:t>
            </a:r>
            <a:endParaRPr lang="it-IT" sz="2800" b="1" spc="-1" dirty="0">
              <a:latin typeface="Ubuntu" panose="020B0604030602030204"/>
              <a:cs typeface="+mn-cs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1448EA8C-084D-1349-0092-54E72FD7C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49" y="1685925"/>
            <a:ext cx="4314826" cy="43148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002F3-D91E-C612-555C-DC0B8938E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CustomShape 1">
            <a:extLst>
              <a:ext uri="{FF2B5EF4-FFF2-40B4-BE49-F238E27FC236}">
                <a16:creationId xmlns:a16="http://schemas.microsoft.com/office/drawing/2014/main" id="{C6BAA4C6-3B56-DC48-471D-05506424E0A0}"/>
              </a:ext>
            </a:extLst>
          </p:cNvPr>
          <p:cNvSpPr/>
          <p:nvPr/>
        </p:nvSpPr>
        <p:spPr>
          <a:xfrm>
            <a:off x="523875" y="1583754"/>
            <a:ext cx="8096249" cy="419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>
              <a:lnSpc>
                <a:spcPct val="113999"/>
              </a:lnSpc>
              <a:spcBef>
                <a:spcPts val="600"/>
              </a:spcBef>
            </a:pPr>
            <a:endParaRPr lang="it-IT" sz="1600" spc="-1" noProof="1">
              <a:latin typeface="Ubuntu"/>
              <a:ea typeface="+mn-lt"/>
              <a:cs typeface="+mn-lt"/>
            </a:endParaRPr>
          </a:p>
          <a:p>
            <a:pPr algn="ctr">
              <a:lnSpc>
                <a:spcPct val="113999"/>
              </a:lnSpc>
              <a:spcBef>
                <a:spcPts val="600"/>
              </a:spcBef>
            </a:pPr>
            <a:r>
              <a:rPr lang="it-IT" sz="1600" spc="-1" noProof="1">
                <a:latin typeface="Ubuntu"/>
                <a:ea typeface="+mn-lt"/>
                <a:cs typeface="+mn-lt"/>
              </a:rPr>
              <a:t>Solo utenze Università Cattolica</a:t>
            </a:r>
          </a:p>
          <a:p>
            <a:pPr algn="ctr">
              <a:lnSpc>
                <a:spcPct val="113999"/>
              </a:lnSpc>
              <a:spcBef>
                <a:spcPts val="600"/>
              </a:spcBef>
            </a:pPr>
            <a:r>
              <a:rPr lang="it-IT" sz="1600" dirty="0">
                <a:hlinkClick r:id="rId2"/>
              </a:rPr>
              <a:t>2026 06 27 meccanismo Iva</a:t>
            </a:r>
            <a:endParaRPr lang="it-IT" sz="1600" dirty="0">
              <a:latin typeface="Ubuntu"/>
              <a:ea typeface="+mn-lt"/>
              <a:cs typeface="+mn-lt"/>
            </a:endParaRPr>
          </a:p>
          <a:p>
            <a:pPr algn="ctr">
              <a:lnSpc>
                <a:spcPct val="113999"/>
              </a:lnSpc>
              <a:spcBef>
                <a:spcPts val="600"/>
              </a:spcBef>
            </a:pPr>
            <a:endParaRPr lang="it-IT" sz="1600" dirty="0">
              <a:cs typeface="Arial"/>
            </a:endParaRPr>
          </a:p>
          <a:p>
            <a:pPr algn="ctr">
              <a:lnSpc>
                <a:spcPct val="113999"/>
              </a:lnSpc>
              <a:spcBef>
                <a:spcPts val="600"/>
              </a:spcBef>
            </a:pPr>
            <a:endParaRPr lang="it-IT" sz="1600" dirty="0">
              <a:cs typeface="Arial"/>
            </a:endParaRPr>
          </a:p>
          <a:p>
            <a:pPr algn="ctr">
              <a:lnSpc>
                <a:spcPct val="113999"/>
              </a:lnSpc>
              <a:spcBef>
                <a:spcPts val="600"/>
              </a:spcBef>
            </a:pPr>
            <a:endParaRPr lang="it-IT" sz="1600" dirty="0">
              <a:cs typeface="Arial"/>
            </a:endParaRPr>
          </a:p>
          <a:p>
            <a:pPr algn="ctr">
              <a:lnSpc>
                <a:spcPct val="113999"/>
              </a:lnSpc>
              <a:spcBef>
                <a:spcPts val="600"/>
              </a:spcBef>
            </a:pPr>
            <a:endParaRPr lang="it-IT" sz="1600" dirty="0">
              <a:cs typeface="Arial"/>
            </a:endParaRPr>
          </a:p>
          <a:p>
            <a:pPr>
              <a:lnSpc>
                <a:spcPct val="113999"/>
              </a:lnSpc>
              <a:spcBef>
                <a:spcPts val="600"/>
              </a:spcBef>
            </a:pPr>
            <a:r>
              <a:rPr lang="it-IT" sz="1600" dirty="0">
                <a:cs typeface="Arial"/>
              </a:rPr>
              <a:t>Dall’esterno</a:t>
            </a:r>
          </a:p>
          <a:p>
            <a:pPr>
              <a:lnSpc>
                <a:spcPct val="113999"/>
              </a:lnSpc>
              <a:spcBef>
                <a:spcPts val="600"/>
              </a:spcBef>
            </a:pPr>
            <a:r>
              <a:rPr lang="it-IT" sz="1600" dirty="0">
                <a:cs typeface="Arial"/>
                <a:hlinkClick r:id="rId3"/>
              </a:rPr>
              <a:t>https://fragolab.github.io/MDT-lezioni/INDEX.html</a:t>
            </a:r>
            <a:endParaRPr lang="it-IT" sz="1600" dirty="0">
              <a:cs typeface="Arial"/>
            </a:endParaRPr>
          </a:p>
          <a:p>
            <a:pPr>
              <a:lnSpc>
                <a:spcPct val="113999"/>
              </a:lnSpc>
              <a:spcBef>
                <a:spcPts val="600"/>
              </a:spcBef>
            </a:pPr>
            <a:endParaRPr lang="it-IT" sz="1600" dirty="0">
              <a:cs typeface="Arial"/>
            </a:endParaRPr>
          </a:p>
          <a:p>
            <a:pPr>
              <a:lnSpc>
                <a:spcPct val="113999"/>
              </a:lnSpc>
              <a:spcBef>
                <a:spcPts val="600"/>
              </a:spcBef>
            </a:pPr>
            <a:endParaRPr lang="it-IT" sz="1600" dirty="0">
              <a:cs typeface="Arial"/>
            </a:endParaRPr>
          </a:p>
          <a:p>
            <a:pPr algn="just" fontAlgn="auto">
              <a:lnSpc>
                <a:spcPct val="90000"/>
              </a:lnSpc>
            </a:pPr>
            <a:endParaRPr lang="it-IT" sz="2000" spc="-1" noProof="1"/>
          </a:p>
        </p:txBody>
      </p:sp>
      <p:sp>
        <p:nvSpPr>
          <p:cNvPr id="462" name="CustomShape 2">
            <a:extLst>
              <a:ext uri="{FF2B5EF4-FFF2-40B4-BE49-F238E27FC236}">
                <a16:creationId xmlns:a16="http://schemas.microsoft.com/office/drawing/2014/main" id="{7ACF8311-2437-E4C0-6519-F32C8E1BBFE0}"/>
              </a:ext>
            </a:extLst>
          </p:cNvPr>
          <p:cNvSpPr/>
          <p:nvPr/>
        </p:nvSpPr>
        <p:spPr>
          <a:xfrm>
            <a:off x="3092450" y="98425"/>
            <a:ext cx="6013450" cy="9445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fontAlgn="auto"/>
            <a:r>
              <a:rPr lang="it-IT" sz="2800" b="1" spc="-1" noProof="1">
                <a:solidFill>
                  <a:srgbClr val="FFFFFF"/>
                </a:solidFill>
                <a:latin typeface="Ubuntu" panose="020B0604030602030204"/>
              </a:rPr>
              <a:t>Riferimenti</a:t>
            </a:r>
            <a:endParaRPr lang="it-IT" sz="2800" spc="-1" noProof="1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866AAB07-12A7-7687-04B4-BAE274F8E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974" y="3286124"/>
            <a:ext cx="25908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79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ipologia xmlns="956cd894-b996-4c11-b5f1-5e0de6e60782" xsi:nil="true"/>
    <lcf76f155ced4ddcb4097134ff3c332f xmlns="956cd894-b996-4c11-b5f1-5e0de6e60782">
      <Terms xmlns="http://schemas.microsoft.com/office/infopath/2007/PartnerControls"/>
    </lcf76f155ced4ddcb4097134ff3c332f>
    <TaxCatchAll xmlns="e6a95ae9-6f37-4005-b57e-bfea1e9f778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951927D82004E4AAFD54DD5590269AD" ma:contentTypeVersion="21" ma:contentTypeDescription="Creare un nuovo documento." ma:contentTypeScope="" ma:versionID="49a04186c8bf87bbe7b12ef054f878f7">
  <xsd:schema xmlns:xsd="http://www.w3.org/2001/XMLSchema" xmlns:xs="http://www.w3.org/2001/XMLSchema" xmlns:p="http://schemas.microsoft.com/office/2006/metadata/properties" xmlns:ns2="956cd894-b996-4c11-b5f1-5e0de6e60782" xmlns:ns3="e6a95ae9-6f37-4005-b57e-bfea1e9f778e" targetNamespace="http://schemas.microsoft.com/office/2006/metadata/properties" ma:root="true" ma:fieldsID="cc0895b9788b6164bb26ddb9145374ef" ns2:_="" ns3:_="">
    <xsd:import namespace="956cd894-b996-4c11-b5f1-5e0de6e60782"/>
    <xsd:import namespace="e6a95ae9-6f37-4005-b57e-bfea1e9f77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Tipologia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6cd894-b996-4c11-b5f1-5e0de6e607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description="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Tipologia" ma:index="17" nillable="true" ma:displayName="Tipologia" ma:internalName="Tipologia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Tag immagine" ma:readOnly="false" ma:fieldId="{5cf76f15-5ced-4ddc-b409-7134ff3c332f}" ma:taxonomyMulti="true" ma:sspId="550eb1d7-83b1-415e-a69d-b2abb216702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a95ae9-6f37-4005-b57e-bfea1e9f778e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2423b142-971c-4e80-a347-cc3fe39bc47e}" ma:internalName="TaxCatchAll" ma:showField="CatchAllData" ma:web="e6a95ae9-6f37-4005-b57e-bfea1e9f77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3A78F5-9AEC-4886-9929-683BFF2617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ACC5DF-817F-4AA8-89E7-DF858E413116}">
  <ds:schemaRefs>
    <ds:schemaRef ds:uri="http://schemas.microsoft.com/office/2006/metadata/properties"/>
    <ds:schemaRef ds:uri="http://schemas.microsoft.com/office/infopath/2007/PartnerControls"/>
    <ds:schemaRef ds:uri="956cd894-b996-4c11-b5f1-5e0de6e60782"/>
    <ds:schemaRef ds:uri="e6a95ae9-6f37-4005-b57e-bfea1e9f778e"/>
  </ds:schemaRefs>
</ds:datastoreItem>
</file>

<file path=customXml/itemProps3.xml><?xml version="1.0" encoding="utf-8"?>
<ds:datastoreItem xmlns:ds="http://schemas.openxmlformats.org/officeDocument/2006/customXml" ds:itemID="{DBAF1C9C-55CB-44D9-9AC0-CB46E918FA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56cd894-b996-4c11-b5f1-5e0de6e60782"/>
    <ds:schemaRef ds:uri="e6a95ae9-6f37-4005-b57e-bfea1e9f77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59</Words>
  <Application>Microsoft Office PowerPoint</Application>
  <PresentationFormat>Presentazione su schermo (4:3)</PresentationFormat>
  <Paragraphs>19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3</vt:i4>
      </vt:variant>
    </vt:vector>
  </HeadingPairs>
  <TitlesOfParts>
    <vt:vector size="9" baseType="lpstr">
      <vt:lpstr>Arial</vt:lpstr>
      <vt:lpstr>Calibri</vt:lpstr>
      <vt:lpstr>Times New Roman</vt:lpstr>
      <vt:lpstr>Ubuntu</vt:lpstr>
      <vt:lpstr>Office Theme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/>
  <cp:lastModifiedBy>Luca Bonfanti</cp:lastModifiedBy>
  <cp:revision>452</cp:revision>
  <dcterms:created xsi:type="dcterms:W3CDTF">2023-06-14T10:25:50Z</dcterms:created>
  <dcterms:modified xsi:type="dcterms:W3CDTF">2026-06-26T09:59:56Z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r8>0</vt:r8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r8>0</vt:r8>
  </property>
  <property fmtid="{D5CDD505-2E9C-101B-9397-08002B2CF9AE}" pid="7" name="Notes">
    <vt:r8>30</vt:r8>
  </property>
  <property fmtid="{D5CDD505-2E9C-101B-9397-08002B2CF9AE}" pid="8" name="PresentationFormat">
    <vt:lpwstr>Presentazione su schermo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r8>86</vt:r8>
  </property>
  <property fmtid="{D5CDD505-2E9C-101B-9397-08002B2CF9AE}" pid="12" name="KSOProductBuildVer">
    <vt:lpwstr>1033-11.1.0.9505</vt:lpwstr>
  </property>
  <property fmtid="{D5CDD505-2E9C-101B-9397-08002B2CF9AE}" pid="13" name="Order">
    <vt:lpwstr>15400.0000000000</vt:lpwstr>
  </property>
  <property fmtid="{D5CDD505-2E9C-101B-9397-08002B2CF9AE}" pid="14" name="ContentTypeId">
    <vt:lpwstr>0x0101001951927D82004E4AAFD54DD5590269AD</vt:lpwstr>
  </property>
  <property fmtid="{D5CDD505-2E9C-101B-9397-08002B2CF9AE}" pid="15" name="MediaServiceImageTags">
    <vt:lpwstr/>
  </property>
</Properties>
</file>