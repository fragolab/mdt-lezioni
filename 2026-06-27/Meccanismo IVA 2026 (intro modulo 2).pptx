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4"/>
    <p:sldMasterId id="2147483674" r:id="rId5"/>
  </p:sldMasterIdLst>
  <p:notesMasterIdLst>
    <p:notesMasterId r:id="rId14"/>
  </p:notesMasterIdLst>
  <p:handoutMasterIdLst>
    <p:handoutMasterId r:id="rId15"/>
  </p:handoutMasterIdLst>
  <p:sldIdLst>
    <p:sldId id="256" r:id="rId6"/>
    <p:sldId id="359" r:id="rId7"/>
    <p:sldId id="354" r:id="rId8"/>
    <p:sldId id="355" r:id="rId9"/>
    <p:sldId id="322" r:id="rId10"/>
    <p:sldId id="323" r:id="rId11"/>
    <p:sldId id="324" r:id="rId12"/>
    <p:sldId id="325" r:id="rId13"/>
  </p:sldIdLst>
  <p:sldSz cx="9144000" cy="6858000" type="screen4x3"/>
  <p:notesSz cx="6858000" cy="9144000"/>
  <p:defaultTextStyle>
    <a:defPPr>
      <a:defRPr lang="it-IT"/>
    </a:defPPr>
    <a:lvl1pPr algn="l" rtl="0" fontAlgn="base">
      <a:spcBef>
        <a:spcPct val="0"/>
      </a:spcBef>
      <a:spcAft>
        <a:spcPct val="0"/>
      </a:spcAft>
      <a:defRPr kern="1200">
        <a:solidFill>
          <a:schemeClr val="tx1"/>
        </a:solidFill>
        <a:latin typeface="Arial" panose="020B0604020202020204" pitchFamily="34" charset="0"/>
        <a:ea typeface="DejaVu Sans" panose="020B0603030804020204"/>
        <a:cs typeface="DejaVu Sans" panose="020B0603030804020204"/>
      </a:defRPr>
    </a:lvl1pPr>
    <a:lvl2pPr marL="457200" algn="l" rtl="0" fontAlgn="base">
      <a:spcBef>
        <a:spcPct val="0"/>
      </a:spcBef>
      <a:spcAft>
        <a:spcPct val="0"/>
      </a:spcAft>
      <a:defRPr kern="1200">
        <a:solidFill>
          <a:schemeClr val="tx1"/>
        </a:solidFill>
        <a:latin typeface="Arial" panose="020B0604020202020204" pitchFamily="34" charset="0"/>
        <a:ea typeface="DejaVu Sans" panose="020B0603030804020204"/>
        <a:cs typeface="DejaVu Sans" panose="020B0603030804020204"/>
      </a:defRPr>
    </a:lvl2pPr>
    <a:lvl3pPr marL="914400" algn="l" rtl="0" fontAlgn="base">
      <a:spcBef>
        <a:spcPct val="0"/>
      </a:spcBef>
      <a:spcAft>
        <a:spcPct val="0"/>
      </a:spcAft>
      <a:defRPr kern="1200">
        <a:solidFill>
          <a:schemeClr val="tx1"/>
        </a:solidFill>
        <a:latin typeface="Arial" panose="020B0604020202020204" pitchFamily="34" charset="0"/>
        <a:ea typeface="DejaVu Sans" panose="020B0603030804020204"/>
        <a:cs typeface="DejaVu Sans" panose="020B0603030804020204"/>
      </a:defRPr>
    </a:lvl3pPr>
    <a:lvl4pPr marL="1371600" algn="l" rtl="0" fontAlgn="base">
      <a:spcBef>
        <a:spcPct val="0"/>
      </a:spcBef>
      <a:spcAft>
        <a:spcPct val="0"/>
      </a:spcAft>
      <a:defRPr kern="1200">
        <a:solidFill>
          <a:schemeClr val="tx1"/>
        </a:solidFill>
        <a:latin typeface="Arial" panose="020B0604020202020204" pitchFamily="34" charset="0"/>
        <a:ea typeface="DejaVu Sans" panose="020B0603030804020204"/>
        <a:cs typeface="DejaVu Sans" panose="020B0603030804020204"/>
      </a:defRPr>
    </a:lvl4pPr>
    <a:lvl5pPr marL="1828800" algn="l" rtl="0" fontAlgn="base">
      <a:spcBef>
        <a:spcPct val="0"/>
      </a:spcBef>
      <a:spcAft>
        <a:spcPct val="0"/>
      </a:spcAft>
      <a:defRPr kern="1200">
        <a:solidFill>
          <a:schemeClr val="tx1"/>
        </a:solidFill>
        <a:latin typeface="Arial" panose="020B0604020202020204" pitchFamily="34" charset="0"/>
        <a:ea typeface="DejaVu Sans" panose="020B0603030804020204"/>
        <a:cs typeface="DejaVu Sans" panose="020B0603030804020204"/>
      </a:defRPr>
    </a:lvl5pPr>
    <a:lvl6pPr marL="2286000" algn="l" defTabSz="914400" rtl="0" eaLnBrk="1" latinLnBrk="0" hangingPunct="1">
      <a:defRPr kern="1200">
        <a:solidFill>
          <a:schemeClr val="tx1"/>
        </a:solidFill>
        <a:latin typeface="Arial" panose="020B0604020202020204" pitchFamily="34" charset="0"/>
        <a:ea typeface="DejaVu Sans" panose="020B0603030804020204"/>
        <a:cs typeface="DejaVu Sans" panose="020B0603030804020204"/>
      </a:defRPr>
    </a:lvl6pPr>
    <a:lvl7pPr marL="2743200" algn="l" defTabSz="914400" rtl="0" eaLnBrk="1" latinLnBrk="0" hangingPunct="1">
      <a:defRPr kern="1200">
        <a:solidFill>
          <a:schemeClr val="tx1"/>
        </a:solidFill>
        <a:latin typeface="Arial" panose="020B0604020202020204" pitchFamily="34" charset="0"/>
        <a:ea typeface="DejaVu Sans" panose="020B0603030804020204"/>
        <a:cs typeface="DejaVu Sans" panose="020B0603030804020204"/>
      </a:defRPr>
    </a:lvl7pPr>
    <a:lvl8pPr marL="3200400" algn="l" defTabSz="914400" rtl="0" eaLnBrk="1" latinLnBrk="0" hangingPunct="1">
      <a:defRPr kern="1200">
        <a:solidFill>
          <a:schemeClr val="tx1"/>
        </a:solidFill>
        <a:latin typeface="Arial" panose="020B0604020202020204" pitchFamily="34" charset="0"/>
        <a:ea typeface="DejaVu Sans" panose="020B0603030804020204"/>
        <a:cs typeface="DejaVu Sans" panose="020B0603030804020204"/>
      </a:defRPr>
    </a:lvl8pPr>
    <a:lvl9pPr marL="3657600" algn="l" defTabSz="914400" rtl="0" eaLnBrk="1" latinLnBrk="0" hangingPunct="1">
      <a:defRPr kern="1200">
        <a:solidFill>
          <a:schemeClr val="tx1"/>
        </a:solidFill>
        <a:latin typeface="Arial" panose="020B0604020202020204" pitchFamily="34" charset="0"/>
        <a:ea typeface="DejaVu Sans" panose="020B0603030804020204"/>
        <a:cs typeface="DejaVu Sans" panose="020B0603030804020204"/>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185E54-C4B3-4099-AED2-8EC47874E100}" v="6" dt="2025-06-27T09:46:47.982"/>
  </p1510:revLst>
</p1510:revInfo>
</file>

<file path=ppt/tableStyles.xml><?xml version="1.0" encoding="utf-8"?>
<a:tblStyleLst xmlns:a="http://schemas.openxmlformats.org/drawingml/2006/main" def="{5C22544A-7EE6-4342-B048-85BDC9FD1C3A}">
  <a:tblStyle styleId="{125E5076-3810-47DD-B79F-674D7AD40C01}" styleName="æ·±è²æ ·å¼ 1 - å¼ºè°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ä¸­åº¦æ ·å¼ 2 - å¼ºè°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Stile con tema 1 - Color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Stile medio 4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autoAdjust="0"/>
    <p:restoredTop sz="94674" autoAdjust="0"/>
  </p:normalViewPr>
  <p:slideViewPr>
    <p:cSldViewPr snapToGrid="0">
      <p:cViewPr varScale="1">
        <p:scale>
          <a:sx n="101" d="100"/>
          <a:sy n="101" d="100"/>
        </p:scale>
        <p:origin x="1836" y="108"/>
      </p:cViewPr>
      <p:guideLst>
        <p:guide orient="horz" pos="2160"/>
        <p:guide pos="2880"/>
      </p:guideLst>
    </p:cSldViewPr>
  </p:slideViewPr>
  <p:notesTextViewPr>
    <p:cViewPr>
      <p:scale>
        <a:sx n="3" d="2"/>
        <a:sy n="3" d="2"/>
      </p:scale>
      <p:origin x="0" y="0"/>
    </p:cViewPr>
  </p:notesTextViewPr>
  <p:gridSpacing cx="72006" cy="72006"/>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 Bonfanti" userId="c30ac399-0397-4b02-b9ad-714907a1cb7e" providerId="ADAL" clId="{72185E54-C4B3-4099-AED2-8EC47874E100}"/>
    <pc:docChg chg="custSel delSld modSld delMainMaster">
      <pc:chgData name="Luca Bonfanti" userId="c30ac399-0397-4b02-b9ad-714907a1cb7e" providerId="ADAL" clId="{72185E54-C4B3-4099-AED2-8EC47874E100}" dt="2025-06-27T16:11:47.379" v="50" actId="47"/>
      <pc:docMkLst>
        <pc:docMk/>
      </pc:docMkLst>
      <pc:sldChg chg="modSp mod">
        <pc:chgData name="Luca Bonfanti" userId="c30ac399-0397-4b02-b9ad-714907a1cb7e" providerId="ADAL" clId="{72185E54-C4B3-4099-AED2-8EC47874E100}" dt="2025-06-27T09:35:57.285" v="6" actId="6549"/>
        <pc:sldMkLst>
          <pc:docMk/>
          <pc:sldMk cId="0" sldId="256"/>
        </pc:sldMkLst>
        <pc:spChg chg="mod">
          <ac:chgData name="Luca Bonfanti" userId="c30ac399-0397-4b02-b9ad-714907a1cb7e" providerId="ADAL" clId="{72185E54-C4B3-4099-AED2-8EC47874E100}" dt="2025-06-27T09:35:57.285" v="6" actId="6549"/>
          <ac:spMkLst>
            <pc:docMk/>
            <pc:sldMk cId="0" sldId="256"/>
            <ac:spMk id="121" creationId="{00000000-0000-0000-0000-000000000000}"/>
          </ac:spMkLst>
        </pc:spChg>
      </pc:sldChg>
      <pc:sldChg chg="del">
        <pc:chgData name="Luca Bonfanti" userId="c30ac399-0397-4b02-b9ad-714907a1cb7e" providerId="ADAL" clId="{72185E54-C4B3-4099-AED2-8EC47874E100}" dt="2025-06-27T09:35:21.516" v="0" actId="47"/>
        <pc:sldMkLst>
          <pc:docMk/>
          <pc:sldMk cId="4092401653" sldId="257"/>
        </pc:sldMkLst>
      </pc:sldChg>
      <pc:sldChg chg="del">
        <pc:chgData name="Luca Bonfanti" userId="c30ac399-0397-4b02-b9ad-714907a1cb7e" providerId="ADAL" clId="{72185E54-C4B3-4099-AED2-8EC47874E100}" dt="2025-06-27T09:35:21.516" v="0" actId="47"/>
        <pc:sldMkLst>
          <pc:docMk/>
          <pc:sldMk cId="0" sldId="258"/>
        </pc:sldMkLst>
      </pc:sldChg>
      <pc:sldChg chg="del">
        <pc:chgData name="Luca Bonfanti" userId="c30ac399-0397-4b02-b9ad-714907a1cb7e" providerId="ADAL" clId="{72185E54-C4B3-4099-AED2-8EC47874E100}" dt="2025-06-27T09:35:21.516" v="0" actId="47"/>
        <pc:sldMkLst>
          <pc:docMk/>
          <pc:sldMk cId="0" sldId="259"/>
        </pc:sldMkLst>
      </pc:sldChg>
      <pc:sldChg chg="del">
        <pc:chgData name="Luca Bonfanti" userId="c30ac399-0397-4b02-b9ad-714907a1cb7e" providerId="ADAL" clId="{72185E54-C4B3-4099-AED2-8EC47874E100}" dt="2025-06-27T09:35:21.516" v="0" actId="47"/>
        <pc:sldMkLst>
          <pc:docMk/>
          <pc:sldMk cId="0" sldId="261"/>
        </pc:sldMkLst>
      </pc:sldChg>
      <pc:sldChg chg="del">
        <pc:chgData name="Luca Bonfanti" userId="c30ac399-0397-4b02-b9ad-714907a1cb7e" providerId="ADAL" clId="{72185E54-C4B3-4099-AED2-8EC47874E100}" dt="2025-06-27T09:35:21.516" v="0" actId="47"/>
        <pc:sldMkLst>
          <pc:docMk/>
          <pc:sldMk cId="0" sldId="262"/>
        </pc:sldMkLst>
      </pc:sldChg>
      <pc:sldChg chg="del">
        <pc:chgData name="Luca Bonfanti" userId="c30ac399-0397-4b02-b9ad-714907a1cb7e" providerId="ADAL" clId="{72185E54-C4B3-4099-AED2-8EC47874E100}" dt="2025-06-27T09:35:21.516" v="0" actId="47"/>
        <pc:sldMkLst>
          <pc:docMk/>
          <pc:sldMk cId="0" sldId="263"/>
        </pc:sldMkLst>
      </pc:sldChg>
      <pc:sldChg chg="del">
        <pc:chgData name="Luca Bonfanti" userId="c30ac399-0397-4b02-b9ad-714907a1cb7e" providerId="ADAL" clId="{72185E54-C4B3-4099-AED2-8EC47874E100}" dt="2025-06-27T09:35:21.516" v="0" actId="47"/>
        <pc:sldMkLst>
          <pc:docMk/>
          <pc:sldMk cId="0" sldId="264"/>
        </pc:sldMkLst>
      </pc:sldChg>
      <pc:sldChg chg="del">
        <pc:chgData name="Luca Bonfanti" userId="c30ac399-0397-4b02-b9ad-714907a1cb7e" providerId="ADAL" clId="{72185E54-C4B3-4099-AED2-8EC47874E100}" dt="2025-06-27T09:35:21.516" v="0" actId="47"/>
        <pc:sldMkLst>
          <pc:docMk/>
          <pc:sldMk cId="0" sldId="265"/>
        </pc:sldMkLst>
      </pc:sldChg>
      <pc:sldChg chg="del">
        <pc:chgData name="Luca Bonfanti" userId="c30ac399-0397-4b02-b9ad-714907a1cb7e" providerId="ADAL" clId="{72185E54-C4B3-4099-AED2-8EC47874E100}" dt="2025-06-27T09:35:21.516" v="0" actId="47"/>
        <pc:sldMkLst>
          <pc:docMk/>
          <pc:sldMk cId="0" sldId="266"/>
        </pc:sldMkLst>
      </pc:sldChg>
      <pc:sldChg chg="del">
        <pc:chgData name="Luca Bonfanti" userId="c30ac399-0397-4b02-b9ad-714907a1cb7e" providerId="ADAL" clId="{72185E54-C4B3-4099-AED2-8EC47874E100}" dt="2025-06-27T09:35:21.516" v="0" actId="47"/>
        <pc:sldMkLst>
          <pc:docMk/>
          <pc:sldMk cId="0" sldId="267"/>
        </pc:sldMkLst>
      </pc:sldChg>
      <pc:sldChg chg="del">
        <pc:chgData name="Luca Bonfanti" userId="c30ac399-0397-4b02-b9ad-714907a1cb7e" providerId="ADAL" clId="{72185E54-C4B3-4099-AED2-8EC47874E100}" dt="2025-06-27T09:35:21.516" v="0" actId="47"/>
        <pc:sldMkLst>
          <pc:docMk/>
          <pc:sldMk cId="0" sldId="268"/>
        </pc:sldMkLst>
      </pc:sldChg>
      <pc:sldChg chg="del">
        <pc:chgData name="Luca Bonfanti" userId="c30ac399-0397-4b02-b9ad-714907a1cb7e" providerId="ADAL" clId="{72185E54-C4B3-4099-AED2-8EC47874E100}" dt="2025-06-27T09:35:21.516" v="0" actId="47"/>
        <pc:sldMkLst>
          <pc:docMk/>
          <pc:sldMk cId="0" sldId="269"/>
        </pc:sldMkLst>
      </pc:sldChg>
      <pc:sldChg chg="del">
        <pc:chgData name="Luca Bonfanti" userId="c30ac399-0397-4b02-b9ad-714907a1cb7e" providerId="ADAL" clId="{72185E54-C4B3-4099-AED2-8EC47874E100}" dt="2025-06-27T09:35:21.516" v="0" actId="47"/>
        <pc:sldMkLst>
          <pc:docMk/>
          <pc:sldMk cId="0" sldId="270"/>
        </pc:sldMkLst>
      </pc:sldChg>
      <pc:sldChg chg="del">
        <pc:chgData name="Luca Bonfanti" userId="c30ac399-0397-4b02-b9ad-714907a1cb7e" providerId="ADAL" clId="{72185E54-C4B3-4099-AED2-8EC47874E100}" dt="2025-06-27T09:35:21.516" v="0" actId="47"/>
        <pc:sldMkLst>
          <pc:docMk/>
          <pc:sldMk cId="0" sldId="272"/>
        </pc:sldMkLst>
      </pc:sldChg>
      <pc:sldChg chg="del">
        <pc:chgData name="Luca Bonfanti" userId="c30ac399-0397-4b02-b9ad-714907a1cb7e" providerId="ADAL" clId="{72185E54-C4B3-4099-AED2-8EC47874E100}" dt="2025-06-27T09:35:21.516" v="0" actId="47"/>
        <pc:sldMkLst>
          <pc:docMk/>
          <pc:sldMk cId="0" sldId="273"/>
        </pc:sldMkLst>
      </pc:sldChg>
      <pc:sldChg chg="del">
        <pc:chgData name="Luca Bonfanti" userId="c30ac399-0397-4b02-b9ad-714907a1cb7e" providerId="ADAL" clId="{72185E54-C4B3-4099-AED2-8EC47874E100}" dt="2025-06-27T09:35:21.516" v="0" actId="47"/>
        <pc:sldMkLst>
          <pc:docMk/>
          <pc:sldMk cId="0" sldId="276"/>
        </pc:sldMkLst>
      </pc:sldChg>
      <pc:sldChg chg="del">
        <pc:chgData name="Luca Bonfanti" userId="c30ac399-0397-4b02-b9ad-714907a1cb7e" providerId="ADAL" clId="{72185E54-C4B3-4099-AED2-8EC47874E100}" dt="2025-06-27T09:35:21.516" v="0" actId="47"/>
        <pc:sldMkLst>
          <pc:docMk/>
          <pc:sldMk cId="0" sldId="277"/>
        </pc:sldMkLst>
      </pc:sldChg>
      <pc:sldChg chg="del">
        <pc:chgData name="Luca Bonfanti" userId="c30ac399-0397-4b02-b9ad-714907a1cb7e" providerId="ADAL" clId="{72185E54-C4B3-4099-AED2-8EC47874E100}" dt="2025-06-27T09:35:21.516" v="0" actId="47"/>
        <pc:sldMkLst>
          <pc:docMk/>
          <pc:sldMk cId="0" sldId="278"/>
        </pc:sldMkLst>
      </pc:sldChg>
      <pc:sldChg chg="del">
        <pc:chgData name="Luca Bonfanti" userId="c30ac399-0397-4b02-b9ad-714907a1cb7e" providerId="ADAL" clId="{72185E54-C4B3-4099-AED2-8EC47874E100}" dt="2025-06-27T09:35:21.516" v="0" actId="47"/>
        <pc:sldMkLst>
          <pc:docMk/>
          <pc:sldMk cId="0" sldId="279"/>
        </pc:sldMkLst>
      </pc:sldChg>
      <pc:sldChg chg="del">
        <pc:chgData name="Luca Bonfanti" userId="c30ac399-0397-4b02-b9ad-714907a1cb7e" providerId="ADAL" clId="{72185E54-C4B3-4099-AED2-8EC47874E100}" dt="2025-06-27T09:35:21.516" v="0" actId="47"/>
        <pc:sldMkLst>
          <pc:docMk/>
          <pc:sldMk cId="0" sldId="280"/>
        </pc:sldMkLst>
      </pc:sldChg>
      <pc:sldChg chg="del">
        <pc:chgData name="Luca Bonfanti" userId="c30ac399-0397-4b02-b9ad-714907a1cb7e" providerId="ADAL" clId="{72185E54-C4B3-4099-AED2-8EC47874E100}" dt="2025-06-27T09:35:21.516" v="0" actId="47"/>
        <pc:sldMkLst>
          <pc:docMk/>
          <pc:sldMk cId="0" sldId="281"/>
        </pc:sldMkLst>
      </pc:sldChg>
      <pc:sldChg chg="del">
        <pc:chgData name="Luca Bonfanti" userId="c30ac399-0397-4b02-b9ad-714907a1cb7e" providerId="ADAL" clId="{72185E54-C4B3-4099-AED2-8EC47874E100}" dt="2025-06-27T09:35:21.516" v="0" actId="47"/>
        <pc:sldMkLst>
          <pc:docMk/>
          <pc:sldMk cId="0" sldId="282"/>
        </pc:sldMkLst>
      </pc:sldChg>
      <pc:sldChg chg="del">
        <pc:chgData name="Luca Bonfanti" userId="c30ac399-0397-4b02-b9ad-714907a1cb7e" providerId="ADAL" clId="{72185E54-C4B3-4099-AED2-8EC47874E100}" dt="2025-06-27T09:35:21.516" v="0" actId="47"/>
        <pc:sldMkLst>
          <pc:docMk/>
          <pc:sldMk cId="0" sldId="283"/>
        </pc:sldMkLst>
      </pc:sldChg>
      <pc:sldChg chg="del">
        <pc:chgData name="Luca Bonfanti" userId="c30ac399-0397-4b02-b9ad-714907a1cb7e" providerId="ADAL" clId="{72185E54-C4B3-4099-AED2-8EC47874E100}" dt="2025-06-27T09:35:21.516" v="0" actId="47"/>
        <pc:sldMkLst>
          <pc:docMk/>
          <pc:sldMk cId="0" sldId="284"/>
        </pc:sldMkLst>
      </pc:sldChg>
      <pc:sldChg chg="del">
        <pc:chgData name="Luca Bonfanti" userId="c30ac399-0397-4b02-b9ad-714907a1cb7e" providerId="ADAL" clId="{72185E54-C4B3-4099-AED2-8EC47874E100}" dt="2025-06-27T09:35:21.516" v="0" actId="47"/>
        <pc:sldMkLst>
          <pc:docMk/>
          <pc:sldMk cId="0" sldId="285"/>
        </pc:sldMkLst>
      </pc:sldChg>
      <pc:sldChg chg="del">
        <pc:chgData name="Luca Bonfanti" userId="c30ac399-0397-4b02-b9ad-714907a1cb7e" providerId="ADAL" clId="{72185E54-C4B3-4099-AED2-8EC47874E100}" dt="2025-06-27T09:35:21.516" v="0" actId="47"/>
        <pc:sldMkLst>
          <pc:docMk/>
          <pc:sldMk cId="0" sldId="286"/>
        </pc:sldMkLst>
      </pc:sldChg>
      <pc:sldChg chg="del">
        <pc:chgData name="Luca Bonfanti" userId="c30ac399-0397-4b02-b9ad-714907a1cb7e" providerId="ADAL" clId="{72185E54-C4B3-4099-AED2-8EC47874E100}" dt="2025-06-27T09:35:21.516" v="0" actId="47"/>
        <pc:sldMkLst>
          <pc:docMk/>
          <pc:sldMk cId="0" sldId="287"/>
        </pc:sldMkLst>
      </pc:sldChg>
      <pc:sldChg chg="del">
        <pc:chgData name="Luca Bonfanti" userId="c30ac399-0397-4b02-b9ad-714907a1cb7e" providerId="ADAL" clId="{72185E54-C4B3-4099-AED2-8EC47874E100}" dt="2025-06-27T09:35:21.516" v="0" actId="47"/>
        <pc:sldMkLst>
          <pc:docMk/>
          <pc:sldMk cId="0" sldId="288"/>
        </pc:sldMkLst>
      </pc:sldChg>
      <pc:sldChg chg="del">
        <pc:chgData name="Luca Bonfanti" userId="c30ac399-0397-4b02-b9ad-714907a1cb7e" providerId="ADAL" clId="{72185E54-C4B3-4099-AED2-8EC47874E100}" dt="2025-06-27T09:35:21.516" v="0" actId="47"/>
        <pc:sldMkLst>
          <pc:docMk/>
          <pc:sldMk cId="0" sldId="289"/>
        </pc:sldMkLst>
      </pc:sldChg>
      <pc:sldChg chg="del">
        <pc:chgData name="Luca Bonfanti" userId="c30ac399-0397-4b02-b9ad-714907a1cb7e" providerId="ADAL" clId="{72185E54-C4B3-4099-AED2-8EC47874E100}" dt="2025-06-27T09:35:21.516" v="0" actId="47"/>
        <pc:sldMkLst>
          <pc:docMk/>
          <pc:sldMk cId="0" sldId="290"/>
        </pc:sldMkLst>
      </pc:sldChg>
      <pc:sldChg chg="del">
        <pc:chgData name="Luca Bonfanti" userId="c30ac399-0397-4b02-b9ad-714907a1cb7e" providerId="ADAL" clId="{72185E54-C4B3-4099-AED2-8EC47874E100}" dt="2025-06-27T09:35:21.516" v="0" actId="47"/>
        <pc:sldMkLst>
          <pc:docMk/>
          <pc:sldMk cId="0" sldId="291"/>
        </pc:sldMkLst>
      </pc:sldChg>
      <pc:sldChg chg="del">
        <pc:chgData name="Luca Bonfanti" userId="c30ac399-0397-4b02-b9ad-714907a1cb7e" providerId="ADAL" clId="{72185E54-C4B3-4099-AED2-8EC47874E100}" dt="2025-06-27T09:35:21.516" v="0" actId="47"/>
        <pc:sldMkLst>
          <pc:docMk/>
          <pc:sldMk cId="0" sldId="292"/>
        </pc:sldMkLst>
      </pc:sldChg>
      <pc:sldChg chg="del">
        <pc:chgData name="Luca Bonfanti" userId="c30ac399-0397-4b02-b9ad-714907a1cb7e" providerId="ADAL" clId="{72185E54-C4B3-4099-AED2-8EC47874E100}" dt="2025-06-27T09:35:21.516" v="0" actId="47"/>
        <pc:sldMkLst>
          <pc:docMk/>
          <pc:sldMk cId="0" sldId="293"/>
        </pc:sldMkLst>
      </pc:sldChg>
      <pc:sldChg chg="del">
        <pc:chgData name="Luca Bonfanti" userId="c30ac399-0397-4b02-b9ad-714907a1cb7e" providerId="ADAL" clId="{72185E54-C4B3-4099-AED2-8EC47874E100}" dt="2025-06-27T09:35:21.516" v="0" actId="47"/>
        <pc:sldMkLst>
          <pc:docMk/>
          <pc:sldMk cId="0" sldId="294"/>
        </pc:sldMkLst>
      </pc:sldChg>
      <pc:sldChg chg="del">
        <pc:chgData name="Luca Bonfanti" userId="c30ac399-0397-4b02-b9ad-714907a1cb7e" providerId="ADAL" clId="{72185E54-C4B3-4099-AED2-8EC47874E100}" dt="2025-06-27T09:35:21.516" v="0" actId="47"/>
        <pc:sldMkLst>
          <pc:docMk/>
          <pc:sldMk cId="0" sldId="297"/>
        </pc:sldMkLst>
      </pc:sldChg>
      <pc:sldChg chg="del">
        <pc:chgData name="Luca Bonfanti" userId="c30ac399-0397-4b02-b9ad-714907a1cb7e" providerId="ADAL" clId="{72185E54-C4B3-4099-AED2-8EC47874E100}" dt="2025-06-27T09:35:21.516" v="0" actId="47"/>
        <pc:sldMkLst>
          <pc:docMk/>
          <pc:sldMk cId="0" sldId="298"/>
        </pc:sldMkLst>
      </pc:sldChg>
      <pc:sldChg chg="del">
        <pc:chgData name="Luca Bonfanti" userId="c30ac399-0397-4b02-b9ad-714907a1cb7e" providerId="ADAL" clId="{72185E54-C4B3-4099-AED2-8EC47874E100}" dt="2025-06-27T09:35:21.516" v="0" actId="47"/>
        <pc:sldMkLst>
          <pc:docMk/>
          <pc:sldMk cId="0" sldId="299"/>
        </pc:sldMkLst>
      </pc:sldChg>
      <pc:sldChg chg="del">
        <pc:chgData name="Luca Bonfanti" userId="c30ac399-0397-4b02-b9ad-714907a1cb7e" providerId="ADAL" clId="{72185E54-C4B3-4099-AED2-8EC47874E100}" dt="2025-06-27T09:35:21.516" v="0" actId="47"/>
        <pc:sldMkLst>
          <pc:docMk/>
          <pc:sldMk cId="0" sldId="300"/>
        </pc:sldMkLst>
      </pc:sldChg>
      <pc:sldChg chg="del">
        <pc:chgData name="Luca Bonfanti" userId="c30ac399-0397-4b02-b9ad-714907a1cb7e" providerId="ADAL" clId="{72185E54-C4B3-4099-AED2-8EC47874E100}" dt="2025-06-27T09:35:21.516" v="0" actId="47"/>
        <pc:sldMkLst>
          <pc:docMk/>
          <pc:sldMk cId="0" sldId="301"/>
        </pc:sldMkLst>
      </pc:sldChg>
      <pc:sldChg chg="del">
        <pc:chgData name="Luca Bonfanti" userId="c30ac399-0397-4b02-b9ad-714907a1cb7e" providerId="ADAL" clId="{72185E54-C4B3-4099-AED2-8EC47874E100}" dt="2025-06-27T09:35:21.516" v="0" actId="47"/>
        <pc:sldMkLst>
          <pc:docMk/>
          <pc:sldMk cId="0" sldId="302"/>
        </pc:sldMkLst>
      </pc:sldChg>
      <pc:sldChg chg="del">
        <pc:chgData name="Luca Bonfanti" userId="c30ac399-0397-4b02-b9ad-714907a1cb7e" providerId="ADAL" clId="{72185E54-C4B3-4099-AED2-8EC47874E100}" dt="2025-06-27T09:35:21.516" v="0" actId="47"/>
        <pc:sldMkLst>
          <pc:docMk/>
          <pc:sldMk cId="0" sldId="303"/>
        </pc:sldMkLst>
      </pc:sldChg>
      <pc:sldChg chg="del">
        <pc:chgData name="Luca Bonfanti" userId="c30ac399-0397-4b02-b9ad-714907a1cb7e" providerId="ADAL" clId="{72185E54-C4B3-4099-AED2-8EC47874E100}" dt="2025-06-27T09:35:21.516" v="0" actId="47"/>
        <pc:sldMkLst>
          <pc:docMk/>
          <pc:sldMk cId="0" sldId="304"/>
        </pc:sldMkLst>
      </pc:sldChg>
      <pc:sldChg chg="del">
        <pc:chgData name="Luca Bonfanti" userId="c30ac399-0397-4b02-b9ad-714907a1cb7e" providerId="ADAL" clId="{72185E54-C4B3-4099-AED2-8EC47874E100}" dt="2025-06-27T09:35:21.516" v="0" actId="47"/>
        <pc:sldMkLst>
          <pc:docMk/>
          <pc:sldMk cId="0" sldId="305"/>
        </pc:sldMkLst>
      </pc:sldChg>
      <pc:sldChg chg="del">
        <pc:chgData name="Luca Bonfanti" userId="c30ac399-0397-4b02-b9ad-714907a1cb7e" providerId="ADAL" clId="{72185E54-C4B3-4099-AED2-8EC47874E100}" dt="2025-06-27T09:35:21.516" v="0" actId="47"/>
        <pc:sldMkLst>
          <pc:docMk/>
          <pc:sldMk cId="0" sldId="306"/>
        </pc:sldMkLst>
      </pc:sldChg>
      <pc:sldChg chg="del">
        <pc:chgData name="Luca Bonfanti" userId="c30ac399-0397-4b02-b9ad-714907a1cb7e" providerId="ADAL" clId="{72185E54-C4B3-4099-AED2-8EC47874E100}" dt="2025-06-27T09:35:21.516" v="0" actId="47"/>
        <pc:sldMkLst>
          <pc:docMk/>
          <pc:sldMk cId="0" sldId="307"/>
        </pc:sldMkLst>
      </pc:sldChg>
      <pc:sldChg chg="del">
        <pc:chgData name="Luca Bonfanti" userId="c30ac399-0397-4b02-b9ad-714907a1cb7e" providerId="ADAL" clId="{72185E54-C4B3-4099-AED2-8EC47874E100}" dt="2025-06-27T09:35:21.516" v="0" actId="47"/>
        <pc:sldMkLst>
          <pc:docMk/>
          <pc:sldMk cId="0" sldId="308"/>
        </pc:sldMkLst>
      </pc:sldChg>
      <pc:sldChg chg="del">
        <pc:chgData name="Luca Bonfanti" userId="c30ac399-0397-4b02-b9ad-714907a1cb7e" providerId="ADAL" clId="{72185E54-C4B3-4099-AED2-8EC47874E100}" dt="2025-06-27T09:35:21.516" v="0" actId="47"/>
        <pc:sldMkLst>
          <pc:docMk/>
          <pc:sldMk cId="0" sldId="309"/>
        </pc:sldMkLst>
      </pc:sldChg>
      <pc:sldChg chg="del">
        <pc:chgData name="Luca Bonfanti" userId="c30ac399-0397-4b02-b9ad-714907a1cb7e" providerId="ADAL" clId="{72185E54-C4B3-4099-AED2-8EC47874E100}" dt="2025-06-27T09:35:21.516" v="0" actId="47"/>
        <pc:sldMkLst>
          <pc:docMk/>
          <pc:sldMk cId="0" sldId="310"/>
        </pc:sldMkLst>
      </pc:sldChg>
      <pc:sldChg chg="del">
        <pc:chgData name="Luca Bonfanti" userId="c30ac399-0397-4b02-b9ad-714907a1cb7e" providerId="ADAL" clId="{72185E54-C4B3-4099-AED2-8EC47874E100}" dt="2025-06-27T09:35:21.516" v="0" actId="47"/>
        <pc:sldMkLst>
          <pc:docMk/>
          <pc:sldMk cId="0" sldId="311"/>
        </pc:sldMkLst>
      </pc:sldChg>
      <pc:sldChg chg="del">
        <pc:chgData name="Luca Bonfanti" userId="c30ac399-0397-4b02-b9ad-714907a1cb7e" providerId="ADAL" clId="{72185E54-C4B3-4099-AED2-8EC47874E100}" dt="2025-06-27T09:35:21.516" v="0" actId="47"/>
        <pc:sldMkLst>
          <pc:docMk/>
          <pc:sldMk cId="0" sldId="312"/>
        </pc:sldMkLst>
      </pc:sldChg>
      <pc:sldChg chg="del">
        <pc:chgData name="Luca Bonfanti" userId="c30ac399-0397-4b02-b9ad-714907a1cb7e" providerId="ADAL" clId="{72185E54-C4B3-4099-AED2-8EC47874E100}" dt="2025-06-27T09:35:21.516" v="0" actId="47"/>
        <pc:sldMkLst>
          <pc:docMk/>
          <pc:sldMk cId="0" sldId="313"/>
        </pc:sldMkLst>
      </pc:sldChg>
      <pc:sldChg chg="del">
        <pc:chgData name="Luca Bonfanti" userId="c30ac399-0397-4b02-b9ad-714907a1cb7e" providerId="ADAL" clId="{72185E54-C4B3-4099-AED2-8EC47874E100}" dt="2025-06-27T09:35:21.516" v="0" actId="47"/>
        <pc:sldMkLst>
          <pc:docMk/>
          <pc:sldMk cId="0" sldId="314"/>
        </pc:sldMkLst>
      </pc:sldChg>
      <pc:sldChg chg="del">
        <pc:chgData name="Luca Bonfanti" userId="c30ac399-0397-4b02-b9ad-714907a1cb7e" providerId="ADAL" clId="{72185E54-C4B3-4099-AED2-8EC47874E100}" dt="2025-06-27T09:35:21.516" v="0" actId="47"/>
        <pc:sldMkLst>
          <pc:docMk/>
          <pc:sldMk cId="0" sldId="315"/>
        </pc:sldMkLst>
      </pc:sldChg>
      <pc:sldChg chg="addSp modSp mod modAnim">
        <pc:chgData name="Luca Bonfanti" userId="c30ac399-0397-4b02-b9ad-714907a1cb7e" providerId="ADAL" clId="{72185E54-C4B3-4099-AED2-8EC47874E100}" dt="2025-06-27T09:46:47.982" v="46"/>
        <pc:sldMkLst>
          <pc:docMk/>
          <pc:sldMk cId="0" sldId="325"/>
        </pc:sldMkLst>
        <pc:spChg chg="add mod">
          <ac:chgData name="Luca Bonfanti" userId="c30ac399-0397-4b02-b9ad-714907a1cb7e" providerId="ADAL" clId="{72185E54-C4B3-4099-AED2-8EC47874E100}" dt="2025-06-27T09:46:26.067" v="43" actId="20577"/>
          <ac:spMkLst>
            <pc:docMk/>
            <pc:sldMk cId="0" sldId="325"/>
            <ac:spMk id="3" creationId="{A99369B6-5ADF-5A0B-4E11-DF394D2203C6}"/>
          </ac:spMkLst>
        </pc:spChg>
        <pc:spChg chg="mod">
          <ac:chgData name="Luca Bonfanti" userId="c30ac399-0397-4b02-b9ad-714907a1cb7e" providerId="ADAL" clId="{72185E54-C4B3-4099-AED2-8EC47874E100}" dt="2025-06-27T09:46:30.524" v="45" actId="20577"/>
          <ac:spMkLst>
            <pc:docMk/>
            <pc:sldMk cId="0" sldId="325"/>
            <ac:spMk id="428" creationId="{00000000-0000-0000-0000-000000000000}"/>
          </ac:spMkLst>
        </pc:spChg>
      </pc:sldChg>
      <pc:sldChg chg="modSp del mod">
        <pc:chgData name="Luca Bonfanti" userId="c30ac399-0397-4b02-b9ad-714907a1cb7e" providerId="ADAL" clId="{72185E54-C4B3-4099-AED2-8EC47874E100}" dt="2025-06-27T16:11:47.379" v="50" actId="47"/>
        <pc:sldMkLst>
          <pc:docMk/>
          <pc:sldMk cId="0" sldId="326"/>
        </pc:sldMkLst>
        <pc:spChg chg="mod">
          <ac:chgData name="Luca Bonfanti" userId="c30ac399-0397-4b02-b9ad-714907a1cb7e" providerId="ADAL" clId="{72185E54-C4B3-4099-AED2-8EC47874E100}" dt="2025-06-27T15:38:05.015" v="47" actId="207"/>
          <ac:spMkLst>
            <pc:docMk/>
            <pc:sldMk cId="0" sldId="326"/>
            <ac:spMk id="429" creationId="{00000000-0000-0000-0000-000000000000}"/>
          </ac:spMkLst>
        </pc:spChg>
      </pc:sldChg>
      <pc:sldChg chg="modSp del mod">
        <pc:chgData name="Luca Bonfanti" userId="c30ac399-0397-4b02-b9ad-714907a1cb7e" providerId="ADAL" clId="{72185E54-C4B3-4099-AED2-8EC47874E100}" dt="2025-06-27T16:11:47.379" v="50" actId="47"/>
        <pc:sldMkLst>
          <pc:docMk/>
          <pc:sldMk cId="0" sldId="327"/>
        </pc:sldMkLst>
        <pc:spChg chg="mod">
          <ac:chgData name="Luca Bonfanti" userId="c30ac399-0397-4b02-b9ad-714907a1cb7e" providerId="ADAL" clId="{72185E54-C4B3-4099-AED2-8EC47874E100}" dt="2025-06-27T15:44:28.087" v="49" actId="207"/>
          <ac:spMkLst>
            <pc:docMk/>
            <pc:sldMk cId="0" sldId="327"/>
            <ac:spMk id="431" creationId="{00000000-0000-0000-0000-000000000000}"/>
          </ac:spMkLst>
        </pc:spChg>
      </pc:sldChg>
      <pc:sldChg chg="del">
        <pc:chgData name="Luca Bonfanti" userId="c30ac399-0397-4b02-b9ad-714907a1cb7e" providerId="ADAL" clId="{72185E54-C4B3-4099-AED2-8EC47874E100}" dt="2025-06-27T16:11:47.379" v="50" actId="47"/>
        <pc:sldMkLst>
          <pc:docMk/>
          <pc:sldMk cId="0" sldId="328"/>
        </pc:sldMkLst>
      </pc:sldChg>
      <pc:sldChg chg="del">
        <pc:chgData name="Luca Bonfanti" userId="c30ac399-0397-4b02-b9ad-714907a1cb7e" providerId="ADAL" clId="{72185E54-C4B3-4099-AED2-8EC47874E100}" dt="2025-06-27T16:11:47.379" v="50" actId="47"/>
        <pc:sldMkLst>
          <pc:docMk/>
          <pc:sldMk cId="0" sldId="329"/>
        </pc:sldMkLst>
      </pc:sldChg>
      <pc:sldChg chg="del">
        <pc:chgData name="Luca Bonfanti" userId="c30ac399-0397-4b02-b9ad-714907a1cb7e" providerId="ADAL" clId="{72185E54-C4B3-4099-AED2-8EC47874E100}" dt="2025-06-27T16:11:47.379" v="50" actId="47"/>
        <pc:sldMkLst>
          <pc:docMk/>
          <pc:sldMk cId="0" sldId="330"/>
        </pc:sldMkLst>
      </pc:sldChg>
      <pc:sldChg chg="del">
        <pc:chgData name="Luca Bonfanti" userId="c30ac399-0397-4b02-b9ad-714907a1cb7e" providerId="ADAL" clId="{72185E54-C4B3-4099-AED2-8EC47874E100}" dt="2025-06-27T16:11:47.379" v="50" actId="47"/>
        <pc:sldMkLst>
          <pc:docMk/>
          <pc:sldMk cId="0" sldId="331"/>
        </pc:sldMkLst>
      </pc:sldChg>
      <pc:sldChg chg="del">
        <pc:chgData name="Luca Bonfanti" userId="c30ac399-0397-4b02-b9ad-714907a1cb7e" providerId="ADAL" clId="{72185E54-C4B3-4099-AED2-8EC47874E100}" dt="2025-06-27T16:11:47.379" v="50" actId="47"/>
        <pc:sldMkLst>
          <pc:docMk/>
          <pc:sldMk cId="0" sldId="332"/>
        </pc:sldMkLst>
      </pc:sldChg>
      <pc:sldChg chg="del">
        <pc:chgData name="Luca Bonfanti" userId="c30ac399-0397-4b02-b9ad-714907a1cb7e" providerId="ADAL" clId="{72185E54-C4B3-4099-AED2-8EC47874E100}" dt="2025-06-27T16:11:47.379" v="50" actId="47"/>
        <pc:sldMkLst>
          <pc:docMk/>
          <pc:sldMk cId="0" sldId="333"/>
        </pc:sldMkLst>
      </pc:sldChg>
      <pc:sldChg chg="del">
        <pc:chgData name="Luca Bonfanti" userId="c30ac399-0397-4b02-b9ad-714907a1cb7e" providerId="ADAL" clId="{72185E54-C4B3-4099-AED2-8EC47874E100}" dt="2025-06-27T16:11:47.379" v="50" actId="47"/>
        <pc:sldMkLst>
          <pc:docMk/>
          <pc:sldMk cId="0" sldId="334"/>
        </pc:sldMkLst>
      </pc:sldChg>
      <pc:sldChg chg="del">
        <pc:chgData name="Luca Bonfanti" userId="c30ac399-0397-4b02-b9ad-714907a1cb7e" providerId="ADAL" clId="{72185E54-C4B3-4099-AED2-8EC47874E100}" dt="2025-06-27T16:11:47.379" v="50" actId="47"/>
        <pc:sldMkLst>
          <pc:docMk/>
          <pc:sldMk cId="0" sldId="335"/>
        </pc:sldMkLst>
      </pc:sldChg>
      <pc:sldChg chg="del">
        <pc:chgData name="Luca Bonfanti" userId="c30ac399-0397-4b02-b9ad-714907a1cb7e" providerId="ADAL" clId="{72185E54-C4B3-4099-AED2-8EC47874E100}" dt="2025-06-27T16:11:47.379" v="50" actId="47"/>
        <pc:sldMkLst>
          <pc:docMk/>
          <pc:sldMk cId="0" sldId="336"/>
        </pc:sldMkLst>
      </pc:sldChg>
      <pc:sldChg chg="del">
        <pc:chgData name="Luca Bonfanti" userId="c30ac399-0397-4b02-b9ad-714907a1cb7e" providerId="ADAL" clId="{72185E54-C4B3-4099-AED2-8EC47874E100}" dt="2025-06-27T16:11:47.379" v="50" actId="47"/>
        <pc:sldMkLst>
          <pc:docMk/>
          <pc:sldMk cId="0" sldId="337"/>
        </pc:sldMkLst>
      </pc:sldChg>
      <pc:sldChg chg="del">
        <pc:chgData name="Luca Bonfanti" userId="c30ac399-0397-4b02-b9ad-714907a1cb7e" providerId="ADAL" clId="{72185E54-C4B3-4099-AED2-8EC47874E100}" dt="2025-06-27T16:11:47.379" v="50" actId="47"/>
        <pc:sldMkLst>
          <pc:docMk/>
          <pc:sldMk cId="0" sldId="338"/>
        </pc:sldMkLst>
      </pc:sldChg>
      <pc:sldChg chg="del">
        <pc:chgData name="Luca Bonfanti" userId="c30ac399-0397-4b02-b9ad-714907a1cb7e" providerId="ADAL" clId="{72185E54-C4B3-4099-AED2-8EC47874E100}" dt="2025-06-27T16:11:47.379" v="50" actId="47"/>
        <pc:sldMkLst>
          <pc:docMk/>
          <pc:sldMk cId="0" sldId="339"/>
        </pc:sldMkLst>
      </pc:sldChg>
      <pc:sldChg chg="del">
        <pc:chgData name="Luca Bonfanti" userId="c30ac399-0397-4b02-b9ad-714907a1cb7e" providerId="ADAL" clId="{72185E54-C4B3-4099-AED2-8EC47874E100}" dt="2025-06-27T16:11:47.379" v="50" actId="47"/>
        <pc:sldMkLst>
          <pc:docMk/>
          <pc:sldMk cId="0" sldId="341"/>
        </pc:sldMkLst>
      </pc:sldChg>
      <pc:sldChg chg="del">
        <pc:chgData name="Luca Bonfanti" userId="c30ac399-0397-4b02-b9ad-714907a1cb7e" providerId="ADAL" clId="{72185E54-C4B3-4099-AED2-8EC47874E100}" dt="2025-06-27T16:11:47.379" v="50" actId="47"/>
        <pc:sldMkLst>
          <pc:docMk/>
          <pc:sldMk cId="0" sldId="342"/>
        </pc:sldMkLst>
      </pc:sldChg>
      <pc:sldChg chg="del">
        <pc:chgData name="Luca Bonfanti" userId="c30ac399-0397-4b02-b9ad-714907a1cb7e" providerId="ADAL" clId="{72185E54-C4B3-4099-AED2-8EC47874E100}" dt="2025-06-27T09:35:21.516" v="0" actId="47"/>
        <pc:sldMkLst>
          <pc:docMk/>
          <pc:sldMk cId="0" sldId="344"/>
        </pc:sldMkLst>
      </pc:sldChg>
      <pc:sldChg chg="del">
        <pc:chgData name="Luca Bonfanti" userId="c30ac399-0397-4b02-b9ad-714907a1cb7e" providerId="ADAL" clId="{72185E54-C4B3-4099-AED2-8EC47874E100}" dt="2025-06-27T09:35:21.516" v="0" actId="47"/>
        <pc:sldMkLst>
          <pc:docMk/>
          <pc:sldMk cId="0" sldId="345"/>
        </pc:sldMkLst>
      </pc:sldChg>
      <pc:sldChg chg="del">
        <pc:chgData name="Luca Bonfanti" userId="c30ac399-0397-4b02-b9ad-714907a1cb7e" providerId="ADAL" clId="{72185E54-C4B3-4099-AED2-8EC47874E100}" dt="2025-06-27T16:11:47.379" v="50" actId="47"/>
        <pc:sldMkLst>
          <pc:docMk/>
          <pc:sldMk cId="0" sldId="346"/>
        </pc:sldMkLst>
      </pc:sldChg>
      <pc:sldChg chg="del">
        <pc:chgData name="Luca Bonfanti" userId="c30ac399-0397-4b02-b9ad-714907a1cb7e" providerId="ADAL" clId="{72185E54-C4B3-4099-AED2-8EC47874E100}" dt="2025-06-27T09:35:21.516" v="0" actId="47"/>
        <pc:sldMkLst>
          <pc:docMk/>
          <pc:sldMk cId="0" sldId="347"/>
        </pc:sldMkLst>
      </pc:sldChg>
      <pc:sldChg chg="del">
        <pc:chgData name="Luca Bonfanti" userId="c30ac399-0397-4b02-b9ad-714907a1cb7e" providerId="ADAL" clId="{72185E54-C4B3-4099-AED2-8EC47874E100}" dt="2025-06-27T09:35:21.516" v="0" actId="47"/>
        <pc:sldMkLst>
          <pc:docMk/>
          <pc:sldMk cId="0" sldId="349"/>
        </pc:sldMkLst>
      </pc:sldChg>
      <pc:sldChg chg="del">
        <pc:chgData name="Luca Bonfanti" userId="c30ac399-0397-4b02-b9ad-714907a1cb7e" providerId="ADAL" clId="{72185E54-C4B3-4099-AED2-8EC47874E100}" dt="2025-06-27T09:35:21.516" v="0" actId="47"/>
        <pc:sldMkLst>
          <pc:docMk/>
          <pc:sldMk cId="0" sldId="350"/>
        </pc:sldMkLst>
      </pc:sldChg>
      <pc:sldChg chg="del">
        <pc:chgData name="Luca Bonfanti" userId="c30ac399-0397-4b02-b9ad-714907a1cb7e" providerId="ADAL" clId="{72185E54-C4B3-4099-AED2-8EC47874E100}" dt="2025-06-27T09:35:21.516" v="0" actId="47"/>
        <pc:sldMkLst>
          <pc:docMk/>
          <pc:sldMk cId="0" sldId="351"/>
        </pc:sldMkLst>
      </pc:sldChg>
      <pc:sldChg chg="del">
        <pc:chgData name="Luca Bonfanti" userId="c30ac399-0397-4b02-b9ad-714907a1cb7e" providerId="ADAL" clId="{72185E54-C4B3-4099-AED2-8EC47874E100}" dt="2025-06-27T09:35:21.516" v="0" actId="47"/>
        <pc:sldMkLst>
          <pc:docMk/>
          <pc:sldMk cId="0" sldId="352"/>
        </pc:sldMkLst>
      </pc:sldChg>
      <pc:sldChg chg="del">
        <pc:chgData name="Luca Bonfanti" userId="c30ac399-0397-4b02-b9ad-714907a1cb7e" providerId="ADAL" clId="{72185E54-C4B3-4099-AED2-8EC47874E100}" dt="2025-06-27T09:35:21.516" v="0" actId="47"/>
        <pc:sldMkLst>
          <pc:docMk/>
          <pc:sldMk cId="0" sldId="356"/>
        </pc:sldMkLst>
      </pc:sldChg>
      <pc:sldChg chg="del">
        <pc:chgData name="Luca Bonfanti" userId="c30ac399-0397-4b02-b9ad-714907a1cb7e" providerId="ADAL" clId="{72185E54-C4B3-4099-AED2-8EC47874E100}" dt="2025-06-27T09:35:21.516" v="0" actId="47"/>
        <pc:sldMkLst>
          <pc:docMk/>
          <pc:sldMk cId="0" sldId="357"/>
        </pc:sldMkLst>
      </pc:sldChg>
      <pc:sldChg chg="del">
        <pc:chgData name="Luca Bonfanti" userId="c30ac399-0397-4b02-b9ad-714907a1cb7e" providerId="ADAL" clId="{72185E54-C4B3-4099-AED2-8EC47874E100}" dt="2025-06-27T09:36:01.451" v="7" actId="47"/>
        <pc:sldMkLst>
          <pc:docMk/>
          <pc:sldMk cId="0" sldId="358"/>
        </pc:sldMkLst>
      </pc:sldChg>
      <pc:sldChg chg="del">
        <pc:chgData name="Luca Bonfanti" userId="c30ac399-0397-4b02-b9ad-714907a1cb7e" providerId="ADAL" clId="{72185E54-C4B3-4099-AED2-8EC47874E100}" dt="2025-06-27T16:11:47.379" v="50" actId="47"/>
        <pc:sldMkLst>
          <pc:docMk/>
          <pc:sldMk cId="0" sldId="364"/>
        </pc:sldMkLst>
      </pc:sldChg>
      <pc:sldChg chg="del">
        <pc:chgData name="Luca Bonfanti" userId="c30ac399-0397-4b02-b9ad-714907a1cb7e" providerId="ADAL" clId="{72185E54-C4B3-4099-AED2-8EC47874E100}" dt="2025-06-27T09:35:21.516" v="0" actId="47"/>
        <pc:sldMkLst>
          <pc:docMk/>
          <pc:sldMk cId="0" sldId="365"/>
        </pc:sldMkLst>
      </pc:sldChg>
      <pc:sldChg chg="del">
        <pc:chgData name="Luca Bonfanti" userId="c30ac399-0397-4b02-b9ad-714907a1cb7e" providerId="ADAL" clId="{72185E54-C4B3-4099-AED2-8EC47874E100}" dt="2025-06-27T09:35:21.516" v="0" actId="47"/>
        <pc:sldMkLst>
          <pc:docMk/>
          <pc:sldMk cId="577350263" sldId="366"/>
        </pc:sldMkLst>
      </pc:sldChg>
      <pc:sldChg chg="del">
        <pc:chgData name="Luca Bonfanti" userId="c30ac399-0397-4b02-b9ad-714907a1cb7e" providerId="ADAL" clId="{72185E54-C4B3-4099-AED2-8EC47874E100}" dt="2025-06-27T09:35:21.516" v="0" actId="47"/>
        <pc:sldMkLst>
          <pc:docMk/>
          <pc:sldMk cId="0" sldId="480"/>
        </pc:sldMkLst>
      </pc:sldChg>
      <pc:sldChg chg="del">
        <pc:chgData name="Luca Bonfanti" userId="c30ac399-0397-4b02-b9ad-714907a1cb7e" providerId="ADAL" clId="{72185E54-C4B3-4099-AED2-8EC47874E100}" dt="2025-06-27T09:35:21.516" v="0" actId="47"/>
        <pc:sldMkLst>
          <pc:docMk/>
          <pc:sldMk cId="0" sldId="481"/>
        </pc:sldMkLst>
      </pc:sldChg>
      <pc:sldChg chg="del">
        <pc:chgData name="Luca Bonfanti" userId="c30ac399-0397-4b02-b9ad-714907a1cb7e" providerId="ADAL" clId="{72185E54-C4B3-4099-AED2-8EC47874E100}" dt="2025-06-27T09:35:21.516" v="0" actId="47"/>
        <pc:sldMkLst>
          <pc:docMk/>
          <pc:sldMk cId="0" sldId="482"/>
        </pc:sldMkLst>
      </pc:sldChg>
      <pc:sldChg chg="del">
        <pc:chgData name="Luca Bonfanti" userId="c30ac399-0397-4b02-b9ad-714907a1cb7e" providerId="ADAL" clId="{72185E54-C4B3-4099-AED2-8EC47874E100}" dt="2025-06-27T09:35:21.516" v="0" actId="47"/>
        <pc:sldMkLst>
          <pc:docMk/>
          <pc:sldMk cId="0" sldId="484"/>
        </pc:sldMkLst>
      </pc:sldChg>
      <pc:sldChg chg="del">
        <pc:chgData name="Luca Bonfanti" userId="c30ac399-0397-4b02-b9ad-714907a1cb7e" providerId="ADAL" clId="{72185E54-C4B3-4099-AED2-8EC47874E100}" dt="2025-06-27T09:35:21.516" v="0" actId="47"/>
        <pc:sldMkLst>
          <pc:docMk/>
          <pc:sldMk cId="0" sldId="485"/>
        </pc:sldMkLst>
      </pc:sldChg>
      <pc:sldChg chg="del">
        <pc:chgData name="Luca Bonfanti" userId="c30ac399-0397-4b02-b9ad-714907a1cb7e" providerId="ADAL" clId="{72185E54-C4B3-4099-AED2-8EC47874E100}" dt="2025-06-27T09:35:21.516" v="0" actId="47"/>
        <pc:sldMkLst>
          <pc:docMk/>
          <pc:sldMk cId="0" sldId="487"/>
        </pc:sldMkLst>
      </pc:sldChg>
      <pc:sldChg chg="del">
        <pc:chgData name="Luca Bonfanti" userId="c30ac399-0397-4b02-b9ad-714907a1cb7e" providerId="ADAL" clId="{72185E54-C4B3-4099-AED2-8EC47874E100}" dt="2025-06-27T09:35:21.516" v="0" actId="47"/>
        <pc:sldMkLst>
          <pc:docMk/>
          <pc:sldMk cId="0" sldId="488"/>
        </pc:sldMkLst>
      </pc:sldChg>
      <pc:sldChg chg="del">
        <pc:chgData name="Luca Bonfanti" userId="c30ac399-0397-4b02-b9ad-714907a1cb7e" providerId="ADAL" clId="{72185E54-C4B3-4099-AED2-8EC47874E100}" dt="2025-06-27T09:35:21.516" v="0" actId="47"/>
        <pc:sldMkLst>
          <pc:docMk/>
          <pc:sldMk cId="0" sldId="489"/>
        </pc:sldMkLst>
      </pc:sldChg>
      <pc:sldChg chg="del">
        <pc:chgData name="Luca Bonfanti" userId="c30ac399-0397-4b02-b9ad-714907a1cb7e" providerId="ADAL" clId="{72185E54-C4B3-4099-AED2-8EC47874E100}" dt="2025-06-27T09:35:21.516" v="0" actId="47"/>
        <pc:sldMkLst>
          <pc:docMk/>
          <pc:sldMk cId="2283309260" sldId="490"/>
        </pc:sldMkLst>
      </pc:sldChg>
      <pc:sldChg chg="del">
        <pc:chgData name="Luca Bonfanti" userId="c30ac399-0397-4b02-b9ad-714907a1cb7e" providerId="ADAL" clId="{72185E54-C4B3-4099-AED2-8EC47874E100}" dt="2025-06-27T09:35:21.516" v="0" actId="47"/>
        <pc:sldMkLst>
          <pc:docMk/>
          <pc:sldMk cId="408445637" sldId="491"/>
        </pc:sldMkLst>
      </pc:sldChg>
      <pc:sldMasterChg chg="del delSldLayout">
        <pc:chgData name="Luca Bonfanti" userId="c30ac399-0397-4b02-b9ad-714907a1cb7e" providerId="ADAL" clId="{72185E54-C4B3-4099-AED2-8EC47874E100}" dt="2025-06-27T09:35:21.516" v="0" actId="47"/>
        <pc:sldMasterMkLst>
          <pc:docMk/>
          <pc:sldMasterMk cId="0" sldId="2147483661"/>
        </pc:sldMasterMkLst>
        <pc:sldLayoutChg chg="del">
          <pc:chgData name="Luca Bonfanti" userId="c30ac399-0397-4b02-b9ad-714907a1cb7e" providerId="ADAL" clId="{72185E54-C4B3-4099-AED2-8EC47874E100}" dt="2025-06-27T09:35:21.516" v="0" actId="47"/>
          <pc:sldLayoutMkLst>
            <pc:docMk/>
            <pc:sldMasterMk cId="0" sldId="2147483661"/>
            <pc:sldLayoutMk cId="0" sldId="2147483662"/>
          </pc:sldLayoutMkLst>
        </pc:sldLayoutChg>
        <pc:sldLayoutChg chg="del">
          <pc:chgData name="Luca Bonfanti" userId="c30ac399-0397-4b02-b9ad-714907a1cb7e" providerId="ADAL" clId="{72185E54-C4B3-4099-AED2-8EC47874E100}" dt="2025-06-27T09:35:21.516" v="0" actId="47"/>
          <pc:sldLayoutMkLst>
            <pc:docMk/>
            <pc:sldMasterMk cId="0" sldId="2147483661"/>
            <pc:sldLayoutMk cId="0" sldId="2147483663"/>
          </pc:sldLayoutMkLst>
        </pc:sldLayoutChg>
        <pc:sldLayoutChg chg="del">
          <pc:chgData name="Luca Bonfanti" userId="c30ac399-0397-4b02-b9ad-714907a1cb7e" providerId="ADAL" clId="{72185E54-C4B3-4099-AED2-8EC47874E100}" dt="2025-06-27T09:35:21.516" v="0" actId="47"/>
          <pc:sldLayoutMkLst>
            <pc:docMk/>
            <pc:sldMasterMk cId="0" sldId="2147483661"/>
            <pc:sldLayoutMk cId="0" sldId="2147483664"/>
          </pc:sldLayoutMkLst>
        </pc:sldLayoutChg>
        <pc:sldLayoutChg chg="del">
          <pc:chgData name="Luca Bonfanti" userId="c30ac399-0397-4b02-b9ad-714907a1cb7e" providerId="ADAL" clId="{72185E54-C4B3-4099-AED2-8EC47874E100}" dt="2025-06-27T09:35:21.516" v="0" actId="47"/>
          <pc:sldLayoutMkLst>
            <pc:docMk/>
            <pc:sldMasterMk cId="0" sldId="2147483661"/>
            <pc:sldLayoutMk cId="0" sldId="2147483665"/>
          </pc:sldLayoutMkLst>
        </pc:sldLayoutChg>
        <pc:sldLayoutChg chg="del">
          <pc:chgData name="Luca Bonfanti" userId="c30ac399-0397-4b02-b9ad-714907a1cb7e" providerId="ADAL" clId="{72185E54-C4B3-4099-AED2-8EC47874E100}" dt="2025-06-27T09:35:21.516" v="0" actId="47"/>
          <pc:sldLayoutMkLst>
            <pc:docMk/>
            <pc:sldMasterMk cId="0" sldId="2147483661"/>
            <pc:sldLayoutMk cId="0" sldId="2147483666"/>
          </pc:sldLayoutMkLst>
        </pc:sldLayoutChg>
        <pc:sldLayoutChg chg="del">
          <pc:chgData name="Luca Bonfanti" userId="c30ac399-0397-4b02-b9ad-714907a1cb7e" providerId="ADAL" clId="{72185E54-C4B3-4099-AED2-8EC47874E100}" dt="2025-06-27T09:35:21.516" v="0" actId="47"/>
          <pc:sldLayoutMkLst>
            <pc:docMk/>
            <pc:sldMasterMk cId="0" sldId="2147483661"/>
            <pc:sldLayoutMk cId="0" sldId="2147483667"/>
          </pc:sldLayoutMkLst>
        </pc:sldLayoutChg>
        <pc:sldLayoutChg chg="del">
          <pc:chgData name="Luca Bonfanti" userId="c30ac399-0397-4b02-b9ad-714907a1cb7e" providerId="ADAL" clId="{72185E54-C4B3-4099-AED2-8EC47874E100}" dt="2025-06-27T09:35:21.516" v="0" actId="47"/>
          <pc:sldLayoutMkLst>
            <pc:docMk/>
            <pc:sldMasterMk cId="0" sldId="2147483661"/>
            <pc:sldLayoutMk cId="0" sldId="2147483668"/>
          </pc:sldLayoutMkLst>
        </pc:sldLayoutChg>
        <pc:sldLayoutChg chg="del">
          <pc:chgData name="Luca Bonfanti" userId="c30ac399-0397-4b02-b9ad-714907a1cb7e" providerId="ADAL" clId="{72185E54-C4B3-4099-AED2-8EC47874E100}" dt="2025-06-27T09:35:21.516" v="0" actId="47"/>
          <pc:sldLayoutMkLst>
            <pc:docMk/>
            <pc:sldMasterMk cId="0" sldId="2147483661"/>
            <pc:sldLayoutMk cId="0" sldId="2147483669"/>
          </pc:sldLayoutMkLst>
        </pc:sldLayoutChg>
        <pc:sldLayoutChg chg="del">
          <pc:chgData name="Luca Bonfanti" userId="c30ac399-0397-4b02-b9ad-714907a1cb7e" providerId="ADAL" clId="{72185E54-C4B3-4099-AED2-8EC47874E100}" dt="2025-06-27T09:35:21.516" v="0" actId="47"/>
          <pc:sldLayoutMkLst>
            <pc:docMk/>
            <pc:sldMasterMk cId="0" sldId="2147483661"/>
            <pc:sldLayoutMk cId="0" sldId="2147483670"/>
          </pc:sldLayoutMkLst>
        </pc:sldLayoutChg>
        <pc:sldLayoutChg chg="del">
          <pc:chgData name="Luca Bonfanti" userId="c30ac399-0397-4b02-b9ad-714907a1cb7e" providerId="ADAL" clId="{72185E54-C4B3-4099-AED2-8EC47874E100}" dt="2025-06-27T09:35:21.516" v="0" actId="47"/>
          <pc:sldLayoutMkLst>
            <pc:docMk/>
            <pc:sldMasterMk cId="0" sldId="2147483661"/>
            <pc:sldLayoutMk cId="0" sldId="2147483671"/>
          </pc:sldLayoutMkLst>
        </pc:sldLayoutChg>
        <pc:sldLayoutChg chg="del">
          <pc:chgData name="Luca Bonfanti" userId="c30ac399-0397-4b02-b9ad-714907a1cb7e" providerId="ADAL" clId="{72185E54-C4B3-4099-AED2-8EC47874E100}" dt="2025-06-27T09:35:21.516" v="0" actId="47"/>
          <pc:sldLayoutMkLst>
            <pc:docMk/>
            <pc:sldMasterMk cId="0" sldId="2147483661"/>
            <pc:sldLayoutMk cId="0" sldId="2147483672"/>
          </pc:sldLayoutMkLst>
        </pc:sldLayoutChg>
        <pc:sldLayoutChg chg="del">
          <pc:chgData name="Luca Bonfanti" userId="c30ac399-0397-4b02-b9ad-714907a1cb7e" providerId="ADAL" clId="{72185E54-C4B3-4099-AED2-8EC47874E100}" dt="2025-06-27T09:35:21.516" v="0" actId="47"/>
          <pc:sldLayoutMkLst>
            <pc:docMk/>
            <pc:sldMasterMk cId="0" sldId="2147483661"/>
            <pc:sldLayoutMk cId="0" sldId="214748367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cs typeface="+mn-cs"/>
              </a:defRPr>
            </a:lvl1pPr>
          </a:lstStyle>
          <a:p>
            <a:fld id="{40222A95-F431-DA48-BF28-BBDB97D74870}" type="datetimeFigureOut">
              <a:rPr lang="it-IT"/>
              <a:t>26/06/2026</a:t>
            </a:fld>
            <a:endParaRPr lang="it-IT">
              <a:latin typeface="Arial" panose="020B0604020202020204" pitchFamily="34" charset="0"/>
              <a:ea typeface="DejaVu Sans" panose="020B0603030804020204"/>
              <a:cs typeface="DejaVu Sans" panose="020B0603030804020204"/>
            </a:endParaRPr>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lstStyle>
            <a:lvl1pPr algn="r">
              <a:defRPr sz="1200"/>
            </a:lvl1pPr>
          </a:lstStyle>
          <a:p>
            <a:fld id="{F0DF52DD-64EA-4D65-9908-00574F3D9288}" type="slidenum">
              <a:rPr lang="it-IT" altLang="en-US"/>
              <a:t>‹N›</a:t>
            </a:fld>
            <a:endParaRPr lang="it-IT"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4" name="PlaceHolder 1"/>
          <p:cNvSpPr>
            <a:spLocks noGrp="1" noRot="1" noChangeAspect="1"/>
          </p:cNvSpPr>
          <p:nvPr>
            <p:ph type="sldImg"/>
          </p:nvPr>
        </p:nvSpPr>
        <p:spPr>
          <a:xfrm>
            <a:off x="215900" y="812800"/>
            <a:ext cx="7127875" cy="4008438"/>
          </a:xfrm>
          <a:prstGeom prst="rect">
            <a:avLst/>
          </a:prstGeom>
        </p:spPr>
        <p:txBody>
          <a:bodyPr lIns="0" tIns="0" rIns="0" bIns="0" anchor="ctr"/>
          <a:lstStyle/>
          <a:p>
            <a:r>
              <a:rPr lang="it-IT" noProof="1"/>
              <a:t>Fai clic per spostare la diapositiva</a:t>
            </a:r>
          </a:p>
        </p:txBody>
      </p:sp>
      <p:sp>
        <p:nvSpPr>
          <p:cNvPr id="115" name="PlaceHolder 2"/>
          <p:cNvSpPr>
            <a:spLocks noGrp="1"/>
          </p:cNvSpPr>
          <p:nvPr>
            <p:ph type="body"/>
          </p:nvPr>
        </p:nvSpPr>
        <p:spPr>
          <a:xfrm>
            <a:off x="755650" y="5078413"/>
            <a:ext cx="6048375" cy="4811712"/>
          </a:xfrm>
          <a:prstGeom prst="rect">
            <a:avLst/>
          </a:prstGeom>
        </p:spPr>
        <p:txBody>
          <a:bodyPr lIns="0" tIns="0" rIns="0" bIns="0"/>
          <a:lstStyle/>
          <a:p>
            <a:r>
              <a:rPr lang="it-IT" noProof="1"/>
              <a:t>Fai clic per modificare il formato delle note</a:t>
            </a:r>
          </a:p>
        </p:txBody>
      </p:sp>
      <p:sp>
        <p:nvSpPr>
          <p:cNvPr id="116" name="PlaceHolder 3"/>
          <p:cNvSpPr>
            <a:spLocks noGrp="1"/>
          </p:cNvSpPr>
          <p:nvPr>
            <p:ph type="hdr"/>
          </p:nvPr>
        </p:nvSpPr>
        <p:spPr>
          <a:xfrm>
            <a:off x="0" y="0"/>
            <a:ext cx="3281363" cy="534988"/>
          </a:xfrm>
          <a:prstGeom prst="rect">
            <a:avLst/>
          </a:prstGeom>
        </p:spPr>
        <p:txBody>
          <a:bodyPr lIns="0" tIns="0" rIns="0" bIns="0"/>
          <a:lstStyle>
            <a:lvl1pPr fontAlgn="auto">
              <a:defRPr sz="1400" spc="-1" noProof="1">
                <a:latin typeface="Times New Roman" panose="02020603050405020304"/>
                <a:ea typeface="+mn-ea"/>
                <a:cs typeface="+mn-cs"/>
              </a:defRPr>
            </a:lvl1pPr>
          </a:lstStyle>
          <a:p>
            <a:r>
              <a:rPr lang="it-IT"/>
              <a:t>&lt;intestazione&gt;</a:t>
            </a:r>
          </a:p>
        </p:txBody>
      </p:sp>
      <p:sp>
        <p:nvSpPr>
          <p:cNvPr id="117" name="PlaceHolder 4"/>
          <p:cNvSpPr>
            <a:spLocks noGrp="1"/>
          </p:cNvSpPr>
          <p:nvPr>
            <p:ph type="dt"/>
          </p:nvPr>
        </p:nvSpPr>
        <p:spPr>
          <a:xfrm>
            <a:off x="4278313" y="0"/>
            <a:ext cx="3281362" cy="534988"/>
          </a:xfrm>
          <a:prstGeom prst="rect">
            <a:avLst/>
          </a:prstGeom>
        </p:spPr>
        <p:txBody>
          <a:bodyPr lIns="0" tIns="0" rIns="0" bIns="0"/>
          <a:lstStyle>
            <a:lvl1pPr algn="r" fontAlgn="auto">
              <a:defRPr sz="1400" spc="-1" noProof="1">
                <a:latin typeface="Times New Roman" panose="02020603050405020304"/>
                <a:ea typeface="+mn-ea"/>
                <a:cs typeface="+mn-cs"/>
              </a:defRPr>
            </a:lvl1pPr>
          </a:lstStyle>
          <a:p>
            <a:r>
              <a:rPr lang="it-IT"/>
              <a:t>&lt;data/ora&gt;</a:t>
            </a:r>
          </a:p>
        </p:txBody>
      </p:sp>
      <p:sp>
        <p:nvSpPr>
          <p:cNvPr id="118" name="PlaceHolder 5"/>
          <p:cNvSpPr>
            <a:spLocks noGrp="1"/>
          </p:cNvSpPr>
          <p:nvPr>
            <p:ph type="ftr"/>
          </p:nvPr>
        </p:nvSpPr>
        <p:spPr>
          <a:xfrm>
            <a:off x="0" y="10156825"/>
            <a:ext cx="3281363" cy="534988"/>
          </a:xfrm>
          <a:prstGeom prst="rect">
            <a:avLst/>
          </a:prstGeom>
        </p:spPr>
        <p:txBody>
          <a:bodyPr lIns="0" tIns="0" rIns="0" bIns="0" anchor="b"/>
          <a:lstStyle>
            <a:lvl1pPr fontAlgn="auto">
              <a:defRPr sz="1400" spc="-1" noProof="1">
                <a:latin typeface="Times New Roman" panose="02020603050405020304"/>
                <a:ea typeface="+mn-ea"/>
                <a:cs typeface="+mn-cs"/>
              </a:defRPr>
            </a:lvl1pPr>
          </a:lstStyle>
          <a:p>
            <a:r>
              <a:rPr lang="it-IT"/>
              <a:t>&lt;piè di pagina&gt;</a:t>
            </a:r>
          </a:p>
        </p:txBody>
      </p:sp>
      <p:sp>
        <p:nvSpPr>
          <p:cNvPr id="119" name="PlaceHolder 6"/>
          <p:cNvSpPr>
            <a:spLocks noGrp="1"/>
          </p:cNvSpPr>
          <p:nvPr>
            <p:ph type="sldNum"/>
          </p:nvPr>
        </p:nvSpPr>
        <p:spPr>
          <a:xfrm>
            <a:off x="4278313" y="10156825"/>
            <a:ext cx="3281362" cy="534988"/>
          </a:xfrm>
          <a:prstGeom prst="rect">
            <a:avLst/>
          </a:prstGeom>
        </p:spPr>
        <p:txBody>
          <a:bodyPr vert="horz" wrap="square" lIns="0" tIns="0" rIns="0" bIns="0" numCol="1" anchor="b" anchorCtr="0" compatLnSpc="1"/>
          <a:lstStyle>
            <a:lvl1pPr algn="r">
              <a:defRPr sz="1400">
                <a:latin typeface="Times New Roman" panose="02020603050405020304" pitchFamily="18" charset="0"/>
              </a:defRPr>
            </a:lvl1pPr>
          </a:lstStyle>
          <a:p>
            <a:fld id="{447EC4FE-4E90-43A4-AAA7-4634740AB930}" type="slidenum">
              <a:rPr lang="it-IT" altLang="en-US"/>
              <a:t>‹N›</a:t>
            </a:fld>
            <a:endParaRPr lang="it-IT" altLang="en-US"/>
          </a:p>
        </p:txBody>
      </p:sp>
    </p:spTree>
  </p:cSld>
  <p:clrMap bg1="lt1" tx1="dk1" bg2="lt2" tx2="dk2" accent1="accent1" accent2="accent2" accent3="accent3" accent4="accent4" accent5="accent5" accent6="accent6" hlink="hlink" folHlink="folHlink"/>
  <p:hf hdr="0" dt="0"/>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PlaceHolder 1"/>
          <p:cNvSpPr>
            <a:spLocks noGrp="1" noRot="1" noChangeAspect="1" noChangeArrowheads="1"/>
          </p:cNvSpPr>
          <p:nvPr>
            <p:ph type="sldImg" idx="4294967295"/>
          </p:nvPr>
        </p:nvSpPr>
        <p:spPr bwMode="auto">
          <a:xfrm>
            <a:off x="1143000" y="685800"/>
            <a:ext cx="4570413" cy="3427413"/>
          </a:xfrm>
        </p:spPr>
      </p:sp>
      <p:sp>
        <p:nvSpPr>
          <p:cNvPr id="465" name="PlaceHolder 2"/>
          <p:cNvSpPr>
            <a:spLocks noGrp="1"/>
          </p:cNvSpPr>
          <p:nvPr>
            <p:ph type="body"/>
          </p:nvPr>
        </p:nvSpPr>
        <p:spPr>
          <a:xfrm>
            <a:off x="685800" y="4343400"/>
            <a:ext cx="5484813" cy="4113213"/>
          </a:xfrm>
        </p:spPr>
        <p:txBody>
          <a:bodyPr/>
          <a:lstStyle/>
          <a:p>
            <a:pPr fontAlgn="auto"/>
            <a:endParaRPr lang="it-IT" sz="2000" spc="-1" noProof="1"/>
          </a:p>
        </p:txBody>
      </p:sp>
      <p:sp>
        <p:nvSpPr>
          <p:cNvPr id="466" name="CustomShape 3"/>
          <p:cNvSpPr/>
          <p:nvPr/>
        </p:nvSpPr>
        <p:spPr>
          <a:xfrm>
            <a:off x="3884613" y="8685213"/>
            <a:ext cx="2970212" cy="455612"/>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3" name="PlaceHolder 2"/>
          <p:cNvSpPr>
            <a:spLocks noGrp="1"/>
          </p:cNvSpPr>
          <p:nvPr>
            <p:ph type="subTitle"/>
          </p:nvPr>
        </p:nvSpPr>
        <p:spPr>
          <a:xfrm>
            <a:off x="457200" y="1604520"/>
            <a:ext cx="8229240" cy="3977280"/>
          </a:xfrm>
          <a:prstGeom prst="rect">
            <a:avLst/>
          </a:prstGeom>
        </p:spPr>
        <p:txBody>
          <a:bodyPr anchor="ctr"/>
          <a:lstStyle/>
          <a:p>
            <a:endParaRPr lang="it-IT"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5" name="PlaceHolder 2"/>
          <p:cNvSpPr>
            <a:spLocks noGrp="1"/>
          </p:cNvSpPr>
          <p:nvPr>
            <p:ph type="body"/>
          </p:nvPr>
        </p:nvSpPr>
        <p:spPr>
          <a:xfrm>
            <a:off x="457200" y="1604520"/>
            <a:ext cx="8229240" cy="3977280"/>
          </a:xfrm>
          <a:prstGeom prst="rect">
            <a:avLst/>
          </a:prstGeom>
        </p:spPr>
        <p:txBody>
          <a:bodyPr/>
          <a:lstStyle/>
          <a:p>
            <a:endParaRPr lang="it-IT"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7" name="PlaceHolder 2"/>
          <p:cNvSpPr>
            <a:spLocks noGrp="1"/>
          </p:cNvSpPr>
          <p:nvPr>
            <p:ph type="body"/>
          </p:nvPr>
        </p:nvSpPr>
        <p:spPr>
          <a:xfrm>
            <a:off x="457200" y="1604520"/>
            <a:ext cx="4015800" cy="3977280"/>
          </a:xfrm>
          <a:prstGeom prst="rect">
            <a:avLst/>
          </a:prstGeom>
        </p:spPr>
        <p:txBody>
          <a:bodyPr/>
          <a:lstStyle/>
          <a:p>
            <a:endParaRPr lang="it-IT" noProof="1"/>
          </a:p>
        </p:txBody>
      </p:sp>
      <p:sp>
        <p:nvSpPr>
          <p:cNvPr id="8" name="PlaceHolder 3"/>
          <p:cNvSpPr>
            <a:spLocks noGrp="1"/>
          </p:cNvSpPr>
          <p:nvPr>
            <p:ph type="body"/>
          </p:nvPr>
        </p:nvSpPr>
        <p:spPr>
          <a:xfrm>
            <a:off x="4674240" y="1604520"/>
            <a:ext cx="4015800" cy="3977280"/>
          </a:xfrm>
          <a:prstGeom prst="rect">
            <a:avLst/>
          </a:prstGeom>
        </p:spPr>
        <p:txBody>
          <a:bodyPr/>
          <a:lstStyle/>
          <a:p>
            <a:endParaRPr lang="it-IT"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a:lstStyle/>
          <a:p>
            <a:endParaRPr lang="it-IT"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anchor="ctr"/>
          <a:lstStyle/>
          <a:p>
            <a:endParaRPr lang="it-IT"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12"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13" name="PlaceHolder 3"/>
          <p:cNvSpPr>
            <a:spLocks noGrp="1"/>
          </p:cNvSpPr>
          <p:nvPr>
            <p:ph type="body"/>
          </p:nvPr>
        </p:nvSpPr>
        <p:spPr>
          <a:xfrm>
            <a:off x="4674240" y="1604520"/>
            <a:ext cx="4015800" cy="3977280"/>
          </a:xfrm>
          <a:prstGeom prst="rect">
            <a:avLst/>
          </a:prstGeom>
        </p:spPr>
        <p:txBody>
          <a:bodyPr/>
          <a:lstStyle/>
          <a:p>
            <a:endParaRPr lang="it-IT" noProof="1"/>
          </a:p>
        </p:txBody>
      </p:sp>
      <p:sp>
        <p:nvSpPr>
          <p:cNvPr id="14" name="PlaceHolder 4"/>
          <p:cNvSpPr>
            <a:spLocks noGrp="1"/>
          </p:cNvSpPr>
          <p:nvPr>
            <p:ph type="body"/>
          </p:nvPr>
        </p:nvSpPr>
        <p:spPr>
          <a:xfrm>
            <a:off x="457200" y="3682080"/>
            <a:ext cx="4015800" cy="1896840"/>
          </a:xfrm>
          <a:prstGeom prst="rect">
            <a:avLst/>
          </a:prstGeom>
        </p:spPr>
        <p:txBody>
          <a:bodyPr/>
          <a:lstStyle/>
          <a:p>
            <a:endParaRPr lang="it-IT"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16" name="PlaceHolder 2"/>
          <p:cNvSpPr>
            <a:spLocks noGrp="1"/>
          </p:cNvSpPr>
          <p:nvPr>
            <p:ph type="body"/>
          </p:nvPr>
        </p:nvSpPr>
        <p:spPr>
          <a:xfrm>
            <a:off x="457200" y="1604520"/>
            <a:ext cx="4015800" cy="3977280"/>
          </a:xfrm>
          <a:prstGeom prst="rect">
            <a:avLst/>
          </a:prstGeom>
        </p:spPr>
        <p:txBody>
          <a:bodyPr/>
          <a:lstStyle/>
          <a:p>
            <a:endParaRPr lang="it-IT" noProof="1"/>
          </a:p>
        </p:txBody>
      </p:sp>
      <p:sp>
        <p:nvSpPr>
          <p:cNvPr id="17"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18" name="PlaceHolder 4"/>
          <p:cNvSpPr>
            <a:spLocks noGrp="1"/>
          </p:cNvSpPr>
          <p:nvPr>
            <p:ph type="body"/>
          </p:nvPr>
        </p:nvSpPr>
        <p:spPr>
          <a:xfrm>
            <a:off x="4674240" y="3682080"/>
            <a:ext cx="4015800" cy="1896840"/>
          </a:xfrm>
          <a:prstGeom prst="rect">
            <a:avLst/>
          </a:prstGeom>
        </p:spPr>
        <p:txBody>
          <a:bodyPr/>
          <a:lstStyle/>
          <a:p>
            <a:endParaRPr lang="it-IT"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20"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21"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22" name="PlaceHolder 4"/>
          <p:cNvSpPr>
            <a:spLocks noGrp="1"/>
          </p:cNvSpPr>
          <p:nvPr>
            <p:ph type="body"/>
          </p:nvPr>
        </p:nvSpPr>
        <p:spPr>
          <a:xfrm>
            <a:off x="457200" y="3682080"/>
            <a:ext cx="8229240" cy="1896840"/>
          </a:xfrm>
          <a:prstGeom prst="rect">
            <a:avLst/>
          </a:prstGeom>
        </p:spPr>
        <p:txBody>
          <a:bodyPr/>
          <a:lstStyle/>
          <a:p>
            <a:endParaRPr lang="it-IT"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24" name="PlaceHolder 2"/>
          <p:cNvSpPr>
            <a:spLocks noGrp="1"/>
          </p:cNvSpPr>
          <p:nvPr>
            <p:ph type="body"/>
          </p:nvPr>
        </p:nvSpPr>
        <p:spPr>
          <a:xfrm>
            <a:off x="457200" y="1604520"/>
            <a:ext cx="8229240" cy="1896840"/>
          </a:xfrm>
          <a:prstGeom prst="rect">
            <a:avLst/>
          </a:prstGeom>
        </p:spPr>
        <p:txBody>
          <a:bodyPr/>
          <a:lstStyle/>
          <a:p>
            <a:endParaRPr lang="it-IT" noProof="1"/>
          </a:p>
        </p:txBody>
      </p:sp>
      <p:sp>
        <p:nvSpPr>
          <p:cNvPr id="25" name="PlaceHolder 3"/>
          <p:cNvSpPr>
            <a:spLocks noGrp="1"/>
          </p:cNvSpPr>
          <p:nvPr>
            <p:ph type="body"/>
          </p:nvPr>
        </p:nvSpPr>
        <p:spPr>
          <a:xfrm>
            <a:off x="457200" y="3682080"/>
            <a:ext cx="8229240" cy="1896840"/>
          </a:xfrm>
          <a:prstGeom prst="rect">
            <a:avLst/>
          </a:prstGeom>
        </p:spPr>
        <p:txBody>
          <a:bodyPr/>
          <a:lstStyle/>
          <a:p>
            <a:endParaRPr lang="it-IT"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27"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28"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29" name="PlaceHolder 4"/>
          <p:cNvSpPr>
            <a:spLocks noGrp="1"/>
          </p:cNvSpPr>
          <p:nvPr>
            <p:ph type="body"/>
          </p:nvPr>
        </p:nvSpPr>
        <p:spPr>
          <a:xfrm>
            <a:off x="457200" y="3682080"/>
            <a:ext cx="4015800" cy="1896840"/>
          </a:xfrm>
          <a:prstGeom prst="rect">
            <a:avLst/>
          </a:prstGeom>
        </p:spPr>
        <p:txBody>
          <a:bodyPr/>
          <a:lstStyle/>
          <a:p>
            <a:endParaRPr lang="it-IT" noProof="1"/>
          </a:p>
        </p:txBody>
      </p:sp>
      <p:sp>
        <p:nvSpPr>
          <p:cNvPr id="30" name="PlaceHolder 5"/>
          <p:cNvSpPr>
            <a:spLocks noGrp="1"/>
          </p:cNvSpPr>
          <p:nvPr>
            <p:ph type="body"/>
          </p:nvPr>
        </p:nvSpPr>
        <p:spPr>
          <a:xfrm>
            <a:off x="4674240" y="3682080"/>
            <a:ext cx="4015800" cy="1896840"/>
          </a:xfrm>
          <a:prstGeom prst="rect">
            <a:avLst/>
          </a:prstGeom>
        </p:spPr>
        <p:txBody>
          <a:bodyPr/>
          <a:lstStyle/>
          <a:p>
            <a:endParaRPr lang="it-IT"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32" name="PlaceHolder 2"/>
          <p:cNvSpPr>
            <a:spLocks noGrp="1"/>
          </p:cNvSpPr>
          <p:nvPr>
            <p:ph type="body"/>
          </p:nvPr>
        </p:nvSpPr>
        <p:spPr>
          <a:xfrm>
            <a:off x="457200" y="1604520"/>
            <a:ext cx="2649600" cy="1896840"/>
          </a:xfrm>
          <a:prstGeom prst="rect">
            <a:avLst/>
          </a:prstGeom>
        </p:spPr>
        <p:txBody>
          <a:bodyPr/>
          <a:lstStyle/>
          <a:p>
            <a:endParaRPr lang="it-IT" noProof="1"/>
          </a:p>
        </p:txBody>
      </p:sp>
      <p:sp>
        <p:nvSpPr>
          <p:cNvPr id="33" name="PlaceHolder 3"/>
          <p:cNvSpPr>
            <a:spLocks noGrp="1"/>
          </p:cNvSpPr>
          <p:nvPr>
            <p:ph type="body"/>
          </p:nvPr>
        </p:nvSpPr>
        <p:spPr>
          <a:xfrm>
            <a:off x="3239640" y="1604520"/>
            <a:ext cx="2649600" cy="1896840"/>
          </a:xfrm>
          <a:prstGeom prst="rect">
            <a:avLst/>
          </a:prstGeom>
        </p:spPr>
        <p:txBody>
          <a:bodyPr/>
          <a:lstStyle/>
          <a:p>
            <a:endParaRPr lang="it-IT" noProof="1"/>
          </a:p>
        </p:txBody>
      </p:sp>
      <p:sp>
        <p:nvSpPr>
          <p:cNvPr id="34" name="PlaceHolder 4"/>
          <p:cNvSpPr>
            <a:spLocks noGrp="1"/>
          </p:cNvSpPr>
          <p:nvPr>
            <p:ph type="body"/>
          </p:nvPr>
        </p:nvSpPr>
        <p:spPr>
          <a:xfrm>
            <a:off x="6022080" y="1604520"/>
            <a:ext cx="2649600" cy="1896840"/>
          </a:xfrm>
          <a:prstGeom prst="rect">
            <a:avLst/>
          </a:prstGeom>
        </p:spPr>
        <p:txBody>
          <a:bodyPr/>
          <a:lstStyle/>
          <a:p>
            <a:endParaRPr lang="it-IT" noProof="1"/>
          </a:p>
        </p:txBody>
      </p:sp>
      <p:sp>
        <p:nvSpPr>
          <p:cNvPr id="35" name="PlaceHolder 5"/>
          <p:cNvSpPr>
            <a:spLocks noGrp="1"/>
          </p:cNvSpPr>
          <p:nvPr>
            <p:ph type="body"/>
          </p:nvPr>
        </p:nvSpPr>
        <p:spPr>
          <a:xfrm>
            <a:off x="457200" y="3682080"/>
            <a:ext cx="2649600" cy="1896840"/>
          </a:xfrm>
          <a:prstGeom prst="rect">
            <a:avLst/>
          </a:prstGeom>
        </p:spPr>
        <p:txBody>
          <a:bodyPr/>
          <a:lstStyle/>
          <a:p>
            <a:endParaRPr lang="it-IT" noProof="1"/>
          </a:p>
        </p:txBody>
      </p:sp>
      <p:sp>
        <p:nvSpPr>
          <p:cNvPr id="36" name="PlaceHolder 6"/>
          <p:cNvSpPr>
            <a:spLocks noGrp="1"/>
          </p:cNvSpPr>
          <p:nvPr>
            <p:ph type="body"/>
          </p:nvPr>
        </p:nvSpPr>
        <p:spPr>
          <a:xfrm>
            <a:off x="3239640" y="3682080"/>
            <a:ext cx="2649600" cy="1896840"/>
          </a:xfrm>
          <a:prstGeom prst="rect">
            <a:avLst/>
          </a:prstGeom>
        </p:spPr>
        <p:txBody>
          <a:bodyPr/>
          <a:lstStyle/>
          <a:p>
            <a:endParaRPr lang="it-IT" noProof="1"/>
          </a:p>
        </p:txBody>
      </p:sp>
      <p:sp>
        <p:nvSpPr>
          <p:cNvPr id="37" name="PlaceHolder 7"/>
          <p:cNvSpPr>
            <a:spLocks noGrp="1"/>
          </p:cNvSpPr>
          <p:nvPr>
            <p:ph type="body"/>
          </p:nvPr>
        </p:nvSpPr>
        <p:spPr>
          <a:xfrm>
            <a:off x="6022080" y="3682080"/>
            <a:ext cx="2649600" cy="1896840"/>
          </a:xfrm>
          <a:prstGeom prst="rect">
            <a:avLst/>
          </a:prstGeom>
        </p:spPr>
        <p:txBody>
          <a:bodyPr/>
          <a:lstStyle/>
          <a:p>
            <a:endParaRPr lang="it-IT"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79" name="PlaceHolder 2"/>
          <p:cNvSpPr>
            <a:spLocks noGrp="1"/>
          </p:cNvSpPr>
          <p:nvPr>
            <p:ph type="subTitle"/>
          </p:nvPr>
        </p:nvSpPr>
        <p:spPr>
          <a:xfrm>
            <a:off x="457200" y="1604520"/>
            <a:ext cx="8229240" cy="3977280"/>
          </a:xfrm>
          <a:prstGeom prst="rect">
            <a:avLst/>
          </a:prstGeom>
        </p:spPr>
        <p:txBody>
          <a:bodyPr anchor="ctr"/>
          <a:lstStyle/>
          <a:p>
            <a:endParaRPr lang="it-IT"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81" name="PlaceHolder 2"/>
          <p:cNvSpPr>
            <a:spLocks noGrp="1"/>
          </p:cNvSpPr>
          <p:nvPr>
            <p:ph type="body"/>
          </p:nvPr>
        </p:nvSpPr>
        <p:spPr>
          <a:xfrm>
            <a:off x="457200" y="1604520"/>
            <a:ext cx="8229240" cy="3977280"/>
          </a:xfrm>
          <a:prstGeom prst="rect">
            <a:avLst/>
          </a:prstGeom>
        </p:spPr>
        <p:txBody>
          <a:bodyPr/>
          <a:lstStyle/>
          <a:p>
            <a:endParaRPr lang="it-IT"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83" name="PlaceHolder 2"/>
          <p:cNvSpPr>
            <a:spLocks noGrp="1"/>
          </p:cNvSpPr>
          <p:nvPr>
            <p:ph type="body"/>
          </p:nvPr>
        </p:nvSpPr>
        <p:spPr>
          <a:xfrm>
            <a:off x="457200" y="1604520"/>
            <a:ext cx="4015800" cy="3977280"/>
          </a:xfrm>
          <a:prstGeom prst="rect">
            <a:avLst/>
          </a:prstGeom>
        </p:spPr>
        <p:txBody>
          <a:bodyPr/>
          <a:lstStyle/>
          <a:p>
            <a:endParaRPr lang="it-IT" noProof="1"/>
          </a:p>
        </p:txBody>
      </p:sp>
      <p:sp>
        <p:nvSpPr>
          <p:cNvPr id="84" name="PlaceHolder 3"/>
          <p:cNvSpPr>
            <a:spLocks noGrp="1"/>
          </p:cNvSpPr>
          <p:nvPr>
            <p:ph type="body"/>
          </p:nvPr>
        </p:nvSpPr>
        <p:spPr>
          <a:xfrm>
            <a:off x="4674240" y="1604520"/>
            <a:ext cx="4015800" cy="3977280"/>
          </a:xfrm>
          <a:prstGeom prst="rect">
            <a:avLst/>
          </a:prstGeom>
        </p:spPr>
        <p:txBody>
          <a:bodyPr/>
          <a:lstStyle/>
          <a:p>
            <a:endParaRPr lang="it-IT"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73600"/>
            <a:ext cx="8229240" cy="1144800"/>
          </a:xfrm>
          <a:prstGeom prst="rect">
            <a:avLst/>
          </a:prstGeom>
        </p:spPr>
        <p:txBody>
          <a:bodyPr/>
          <a:lstStyle/>
          <a:p>
            <a:endParaRPr lang="it-IT"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457200" y="273600"/>
            <a:ext cx="8229240" cy="5307840"/>
          </a:xfrm>
          <a:prstGeom prst="rect">
            <a:avLst/>
          </a:prstGeom>
        </p:spPr>
        <p:txBody>
          <a:bodyPr anchor="ctr"/>
          <a:lstStyle/>
          <a:p>
            <a:endParaRPr lang="it-IT"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88"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89" name="PlaceHolder 3"/>
          <p:cNvSpPr>
            <a:spLocks noGrp="1"/>
          </p:cNvSpPr>
          <p:nvPr>
            <p:ph type="body"/>
          </p:nvPr>
        </p:nvSpPr>
        <p:spPr>
          <a:xfrm>
            <a:off x="4674240" y="1604520"/>
            <a:ext cx="4015800" cy="3977280"/>
          </a:xfrm>
          <a:prstGeom prst="rect">
            <a:avLst/>
          </a:prstGeom>
        </p:spPr>
        <p:txBody>
          <a:bodyPr/>
          <a:lstStyle/>
          <a:p>
            <a:endParaRPr lang="it-IT" noProof="1"/>
          </a:p>
        </p:txBody>
      </p:sp>
      <p:sp>
        <p:nvSpPr>
          <p:cNvPr id="90" name="PlaceHolder 4"/>
          <p:cNvSpPr>
            <a:spLocks noGrp="1"/>
          </p:cNvSpPr>
          <p:nvPr>
            <p:ph type="body"/>
          </p:nvPr>
        </p:nvSpPr>
        <p:spPr>
          <a:xfrm>
            <a:off x="457200" y="3682080"/>
            <a:ext cx="4015800" cy="1896840"/>
          </a:xfrm>
          <a:prstGeom prst="rect">
            <a:avLst/>
          </a:prstGeom>
        </p:spPr>
        <p:txBody>
          <a:bodyPr/>
          <a:lstStyle/>
          <a:p>
            <a:endParaRPr lang="it-IT"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92" name="PlaceHolder 2"/>
          <p:cNvSpPr>
            <a:spLocks noGrp="1"/>
          </p:cNvSpPr>
          <p:nvPr>
            <p:ph type="body"/>
          </p:nvPr>
        </p:nvSpPr>
        <p:spPr>
          <a:xfrm>
            <a:off x="457200" y="1604520"/>
            <a:ext cx="4015800" cy="3977280"/>
          </a:xfrm>
          <a:prstGeom prst="rect">
            <a:avLst/>
          </a:prstGeom>
        </p:spPr>
        <p:txBody>
          <a:bodyPr/>
          <a:lstStyle/>
          <a:p>
            <a:endParaRPr lang="it-IT" noProof="1"/>
          </a:p>
        </p:txBody>
      </p:sp>
      <p:sp>
        <p:nvSpPr>
          <p:cNvPr id="93"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94" name="PlaceHolder 4"/>
          <p:cNvSpPr>
            <a:spLocks noGrp="1"/>
          </p:cNvSpPr>
          <p:nvPr>
            <p:ph type="body"/>
          </p:nvPr>
        </p:nvSpPr>
        <p:spPr>
          <a:xfrm>
            <a:off x="4674240" y="3682080"/>
            <a:ext cx="4015800" cy="1896840"/>
          </a:xfrm>
          <a:prstGeom prst="rect">
            <a:avLst/>
          </a:prstGeom>
        </p:spPr>
        <p:txBody>
          <a:bodyPr/>
          <a:lstStyle/>
          <a:p>
            <a:endParaRPr lang="it-IT"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96"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97"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98" name="PlaceHolder 4"/>
          <p:cNvSpPr>
            <a:spLocks noGrp="1"/>
          </p:cNvSpPr>
          <p:nvPr>
            <p:ph type="body"/>
          </p:nvPr>
        </p:nvSpPr>
        <p:spPr>
          <a:xfrm>
            <a:off x="457200" y="3682080"/>
            <a:ext cx="8229240" cy="1896840"/>
          </a:xfrm>
          <a:prstGeom prst="rect">
            <a:avLst/>
          </a:prstGeom>
        </p:spPr>
        <p:txBody>
          <a:bodyPr/>
          <a:lstStyle/>
          <a:p>
            <a:endParaRPr lang="it-IT"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100" name="PlaceHolder 2"/>
          <p:cNvSpPr>
            <a:spLocks noGrp="1"/>
          </p:cNvSpPr>
          <p:nvPr>
            <p:ph type="body"/>
          </p:nvPr>
        </p:nvSpPr>
        <p:spPr>
          <a:xfrm>
            <a:off x="457200" y="1604520"/>
            <a:ext cx="8229240" cy="1896840"/>
          </a:xfrm>
          <a:prstGeom prst="rect">
            <a:avLst/>
          </a:prstGeom>
        </p:spPr>
        <p:txBody>
          <a:bodyPr/>
          <a:lstStyle/>
          <a:p>
            <a:endParaRPr lang="it-IT" noProof="1"/>
          </a:p>
        </p:txBody>
      </p:sp>
      <p:sp>
        <p:nvSpPr>
          <p:cNvPr id="101" name="PlaceHolder 3"/>
          <p:cNvSpPr>
            <a:spLocks noGrp="1"/>
          </p:cNvSpPr>
          <p:nvPr>
            <p:ph type="body"/>
          </p:nvPr>
        </p:nvSpPr>
        <p:spPr>
          <a:xfrm>
            <a:off x="457200" y="3682080"/>
            <a:ext cx="8229240" cy="1896840"/>
          </a:xfrm>
          <a:prstGeom prst="rect">
            <a:avLst/>
          </a:prstGeom>
        </p:spPr>
        <p:txBody>
          <a:bodyPr/>
          <a:lstStyle/>
          <a:p>
            <a:endParaRPr lang="it-IT"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103"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104"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105" name="PlaceHolder 4"/>
          <p:cNvSpPr>
            <a:spLocks noGrp="1"/>
          </p:cNvSpPr>
          <p:nvPr>
            <p:ph type="body"/>
          </p:nvPr>
        </p:nvSpPr>
        <p:spPr>
          <a:xfrm>
            <a:off x="457200" y="3682080"/>
            <a:ext cx="4015800" cy="1896840"/>
          </a:xfrm>
          <a:prstGeom prst="rect">
            <a:avLst/>
          </a:prstGeom>
        </p:spPr>
        <p:txBody>
          <a:bodyPr/>
          <a:lstStyle/>
          <a:p>
            <a:endParaRPr lang="it-IT" noProof="1"/>
          </a:p>
        </p:txBody>
      </p:sp>
      <p:sp>
        <p:nvSpPr>
          <p:cNvPr id="106" name="PlaceHolder 5"/>
          <p:cNvSpPr>
            <a:spLocks noGrp="1"/>
          </p:cNvSpPr>
          <p:nvPr>
            <p:ph type="body"/>
          </p:nvPr>
        </p:nvSpPr>
        <p:spPr>
          <a:xfrm>
            <a:off x="4674240" y="3682080"/>
            <a:ext cx="4015800" cy="1896840"/>
          </a:xfrm>
          <a:prstGeom prst="rect">
            <a:avLst/>
          </a:prstGeom>
        </p:spPr>
        <p:txBody>
          <a:bodyPr/>
          <a:lstStyle/>
          <a:p>
            <a:endParaRPr lang="it-IT"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108" name="PlaceHolder 2"/>
          <p:cNvSpPr>
            <a:spLocks noGrp="1"/>
          </p:cNvSpPr>
          <p:nvPr>
            <p:ph type="body"/>
          </p:nvPr>
        </p:nvSpPr>
        <p:spPr>
          <a:xfrm>
            <a:off x="457200" y="1604520"/>
            <a:ext cx="2649600" cy="1896840"/>
          </a:xfrm>
          <a:prstGeom prst="rect">
            <a:avLst/>
          </a:prstGeom>
        </p:spPr>
        <p:txBody>
          <a:bodyPr/>
          <a:lstStyle/>
          <a:p>
            <a:endParaRPr lang="it-IT" noProof="1"/>
          </a:p>
        </p:txBody>
      </p:sp>
      <p:sp>
        <p:nvSpPr>
          <p:cNvPr id="109" name="PlaceHolder 3"/>
          <p:cNvSpPr>
            <a:spLocks noGrp="1"/>
          </p:cNvSpPr>
          <p:nvPr>
            <p:ph type="body"/>
          </p:nvPr>
        </p:nvSpPr>
        <p:spPr>
          <a:xfrm>
            <a:off x="3239640" y="1604520"/>
            <a:ext cx="2649600" cy="1896840"/>
          </a:xfrm>
          <a:prstGeom prst="rect">
            <a:avLst/>
          </a:prstGeom>
        </p:spPr>
        <p:txBody>
          <a:bodyPr/>
          <a:lstStyle/>
          <a:p>
            <a:endParaRPr lang="it-IT" noProof="1"/>
          </a:p>
        </p:txBody>
      </p:sp>
      <p:sp>
        <p:nvSpPr>
          <p:cNvPr id="110" name="PlaceHolder 4"/>
          <p:cNvSpPr>
            <a:spLocks noGrp="1"/>
          </p:cNvSpPr>
          <p:nvPr>
            <p:ph type="body"/>
          </p:nvPr>
        </p:nvSpPr>
        <p:spPr>
          <a:xfrm>
            <a:off x="6022080" y="1604520"/>
            <a:ext cx="2649600" cy="1896840"/>
          </a:xfrm>
          <a:prstGeom prst="rect">
            <a:avLst/>
          </a:prstGeom>
        </p:spPr>
        <p:txBody>
          <a:bodyPr/>
          <a:lstStyle/>
          <a:p>
            <a:endParaRPr lang="it-IT" noProof="1"/>
          </a:p>
        </p:txBody>
      </p:sp>
      <p:sp>
        <p:nvSpPr>
          <p:cNvPr id="111" name="PlaceHolder 5"/>
          <p:cNvSpPr>
            <a:spLocks noGrp="1"/>
          </p:cNvSpPr>
          <p:nvPr>
            <p:ph type="body"/>
          </p:nvPr>
        </p:nvSpPr>
        <p:spPr>
          <a:xfrm>
            <a:off x="457200" y="3682080"/>
            <a:ext cx="2649600" cy="1896840"/>
          </a:xfrm>
          <a:prstGeom prst="rect">
            <a:avLst/>
          </a:prstGeom>
        </p:spPr>
        <p:txBody>
          <a:bodyPr/>
          <a:lstStyle/>
          <a:p>
            <a:endParaRPr lang="it-IT" noProof="1"/>
          </a:p>
        </p:txBody>
      </p:sp>
      <p:sp>
        <p:nvSpPr>
          <p:cNvPr id="112" name="PlaceHolder 6"/>
          <p:cNvSpPr>
            <a:spLocks noGrp="1"/>
          </p:cNvSpPr>
          <p:nvPr>
            <p:ph type="body"/>
          </p:nvPr>
        </p:nvSpPr>
        <p:spPr>
          <a:xfrm>
            <a:off x="3239640" y="3682080"/>
            <a:ext cx="2649600" cy="1896840"/>
          </a:xfrm>
          <a:prstGeom prst="rect">
            <a:avLst/>
          </a:prstGeom>
        </p:spPr>
        <p:txBody>
          <a:bodyPr/>
          <a:lstStyle/>
          <a:p>
            <a:endParaRPr lang="it-IT" noProof="1"/>
          </a:p>
        </p:txBody>
      </p:sp>
      <p:sp>
        <p:nvSpPr>
          <p:cNvPr id="113" name="PlaceHolder 7"/>
          <p:cNvSpPr>
            <a:spLocks noGrp="1"/>
          </p:cNvSpPr>
          <p:nvPr>
            <p:ph type="body"/>
          </p:nvPr>
        </p:nvSpPr>
        <p:spPr>
          <a:xfrm>
            <a:off x="6022080" y="3682080"/>
            <a:ext cx="2649600" cy="1896840"/>
          </a:xfrm>
          <a:prstGeom prst="rect">
            <a:avLst/>
          </a:prstGeom>
        </p:spPr>
        <p:txBody>
          <a:bodyPr/>
          <a:lstStyle/>
          <a:p>
            <a:endParaRPr lang="it-IT"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050"/>
            <a:ext cx="8229600" cy="1144588"/>
          </a:xfrm>
          <a:prstGeom prst="rect">
            <a:avLst/>
          </a:prstGeom>
        </p:spPr>
        <p:txBody>
          <a:bodyPr lIns="0" tIns="0" rIns="0" bIns="0" anchor="ctr"/>
          <a:lstStyle/>
          <a:p>
            <a:r>
              <a:rPr lang="it-IT" noProof="1"/>
              <a:t>Fai clic per modificare il formato del testo del titolo</a:t>
            </a:r>
          </a:p>
        </p:txBody>
      </p:sp>
      <p:sp>
        <p:nvSpPr>
          <p:cNvPr id="3" name="PlaceHolder 2"/>
          <p:cNvSpPr>
            <a:spLocks noGrp="1"/>
          </p:cNvSpPr>
          <p:nvPr>
            <p:ph type="body"/>
          </p:nvPr>
        </p:nvSpPr>
        <p:spPr>
          <a:xfrm>
            <a:off x="457200" y="1604963"/>
            <a:ext cx="8229600" cy="3976687"/>
          </a:xfrm>
          <a:prstGeom prst="rect">
            <a:avLst/>
          </a:prstGeom>
        </p:spPr>
        <p:txBody>
          <a:bodyPr lIns="0" tIns="0" rIns="0" bIns="0">
            <a:normAutofit/>
          </a:bodyPr>
          <a:lstStyle/>
          <a:p>
            <a:r>
              <a:rPr lang="it-IT" noProof="1"/>
              <a:t>Fai clic per modificare il formato del testo della struttura</a:t>
            </a:r>
          </a:p>
          <a:p>
            <a:pPr lvl="1"/>
            <a:r>
              <a:rPr lang="it-IT" noProof="1"/>
              <a:t>Secondo livello struttura</a:t>
            </a:r>
          </a:p>
          <a:p>
            <a:pPr lvl="2"/>
            <a:r>
              <a:rPr lang="it-IT" noProof="1"/>
              <a:t>Terzo livello struttura</a:t>
            </a:r>
          </a:p>
          <a:p>
            <a:pPr lvl="3"/>
            <a:r>
              <a:rPr lang="it-IT" noProof="1"/>
              <a:t>Quarto livello struttura</a:t>
            </a:r>
          </a:p>
          <a:p>
            <a:pPr lvl="4"/>
            <a:r>
              <a:rPr lang="it-IT" noProof="1"/>
              <a:t>Quinto livello struttura</a:t>
            </a:r>
          </a:p>
          <a:p>
            <a:pPr lvl="5"/>
            <a:r>
              <a:rPr lang="it-IT" noProof="1"/>
              <a:t>Sesto livello struttura</a:t>
            </a:r>
          </a:p>
          <a:p>
            <a:pPr lvl="6"/>
            <a:r>
              <a:rPr lang="it-IT" noProof="1"/>
              <a:t>Settimo livello struttura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2pPr>
      <a:lvl3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3pPr>
      <a:lvl4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4pPr>
      <a:lvl5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050"/>
            <a:ext cx="8229600" cy="1144588"/>
          </a:xfrm>
          <a:prstGeom prst="rect">
            <a:avLst/>
          </a:prstGeom>
        </p:spPr>
        <p:txBody>
          <a:bodyPr lIns="0" tIns="0" rIns="0" bIns="0" anchor="ctr"/>
          <a:lstStyle/>
          <a:p>
            <a:r>
              <a:rPr lang="it-IT" noProof="1"/>
              <a:t>Fai clic per modificare il formato del testo del titolo</a:t>
            </a:r>
          </a:p>
        </p:txBody>
      </p:sp>
      <p:sp>
        <p:nvSpPr>
          <p:cNvPr id="77" name="PlaceHolder 2"/>
          <p:cNvSpPr>
            <a:spLocks noGrp="1"/>
          </p:cNvSpPr>
          <p:nvPr>
            <p:ph type="body"/>
          </p:nvPr>
        </p:nvSpPr>
        <p:spPr>
          <a:xfrm>
            <a:off x="457200" y="1604963"/>
            <a:ext cx="8229600" cy="3976687"/>
          </a:xfrm>
          <a:prstGeom prst="rect">
            <a:avLst/>
          </a:prstGeom>
        </p:spPr>
        <p:txBody>
          <a:bodyPr lIns="0" tIns="0" rIns="0" bIns="0">
            <a:normAutofit/>
          </a:bodyPr>
          <a:lstStyle/>
          <a:p>
            <a:r>
              <a:rPr lang="it-IT" noProof="1"/>
              <a:t>Fai clic per modificare il formato del testo della struttura</a:t>
            </a:r>
          </a:p>
          <a:p>
            <a:pPr lvl="1"/>
            <a:r>
              <a:rPr lang="it-IT" noProof="1"/>
              <a:t>Secondo livello struttura</a:t>
            </a:r>
          </a:p>
          <a:p>
            <a:pPr lvl="2"/>
            <a:r>
              <a:rPr lang="it-IT" noProof="1"/>
              <a:t>Terzo livello struttura</a:t>
            </a:r>
          </a:p>
          <a:p>
            <a:pPr lvl="3"/>
            <a:r>
              <a:rPr lang="it-IT" noProof="1"/>
              <a:t>Quarto livello struttura</a:t>
            </a:r>
          </a:p>
          <a:p>
            <a:pPr lvl="4"/>
            <a:r>
              <a:rPr lang="it-IT" noProof="1"/>
              <a:t>Quinto livello struttura</a:t>
            </a:r>
          </a:p>
          <a:p>
            <a:pPr lvl="5"/>
            <a:r>
              <a:rPr lang="it-IT" noProof="1"/>
              <a:t>Sesto livello struttura</a:t>
            </a:r>
          </a:p>
          <a:p>
            <a:pPr lvl="6"/>
            <a:r>
              <a:rPr lang="it-IT" noProof="1"/>
              <a:t>Settimo livello struttura</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2pPr>
      <a:lvl3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3pPr>
      <a:lvl4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4pPr>
      <a:lvl5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hyperlink" Target="https://curia.europa.eu/juris/document/document_print.jsf?mode=lst&amp;pageIndex=0&amp;docid=265090&amp;part=1&amp;doclang=IT&amp;text=&amp;dir=&amp;occ=first&amp;cid=1364216"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CustomShape 1"/>
          <p:cNvSpPr/>
          <p:nvPr/>
        </p:nvSpPr>
        <p:spPr>
          <a:xfrm>
            <a:off x="323850" y="4848225"/>
            <a:ext cx="5975350" cy="36353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fontAlgn="auto"/>
            <a:r>
              <a:rPr lang="it-IT" spc="-1" noProof="1">
                <a:solidFill>
                  <a:srgbClr val="FFFFFF"/>
                </a:solidFill>
                <a:latin typeface="Ubuntu" panose="020B0604030602030204"/>
                <a:ea typeface="Ubuntu" panose="020B0604030602030204"/>
              </a:rPr>
              <a:t>Luca Bonfanti</a:t>
            </a:r>
            <a:endParaRPr lang="it-IT" spc="-1" noProof="1"/>
          </a:p>
          <a:p>
            <a:pPr fontAlgn="auto"/>
            <a:r>
              <a:rPr lang="it-IT" i="1" spc="-1" noProof="1">
                <a:solidFill>
                  <a:srgbClr val="FFFFFF"/>
                </a:solidFill>
                <a:latin typeface="Ubuntu" panose="020B0604030602030204"/>
                <a:ea typeface="Ubuntu" panose="020B0604030602030204"/>
              </a:rPr>
              <a:t>Università Cattolica di Milano</a:t>
            </a:r>
          </a:p>
          <a:p>
            <a:pPr fontAlgn="auto"/>
            <a:r>
              <a:rPr lang="it-IT" i="1" spc="-1" noProof="1">
                <a:solidFill>
                  <a:srgbClr val="FFFFFF"/>
                </a:solidFill>
                <a:latin typeface="Ubuntu" panose="020B0604030602030204"/>
                <a:ea typeface="Ubuntu" panose="020B0604030602030204"/>
              </a:rPr>
              <a:t>BDC Associati</a:t>
            </a:r>
            <a:endParaRPr lang="it-IT" spc="-1" noProof="1"/>
          </a:p>
        </p:txBody>
      </p:sp>
      <p:sp>
        <p:nvSpPr>
          <p:cNvPr id="121" name="CustomShape 2"/>
          <p:cNvSpPr/>
          <p:nvPr/>
        </p:nvSpPr>
        <p:spPr>
          <a:xfrm>
            <a:off x="323850" y="3484563"/>
            <a:ext cx="5326063" cy="94138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z="2800" b="1" spc="-1" noProof="1">
                <a:solidFill>
                  <a:srgbClr val="FFFFFF"/>
                </a:solidFill>
                <a:latin typeface="Ubuntu" panose="020B0604030602030204"/>
                <a:ea typeface="Ubuntu" panose="020B0604030602030204"/>
              </a:rPr>
              <a:t>Il </a:t>
            </a:r>
            <a:r>
              <a:rPr lang="it-IT" sz="2800" b="1" spc="-1" noProof="1">
                <a:solidFill>
                  <a:srgbClr val="FFFFFF"/>
                </a:solidFill>
                <a:latin typeface="Ubuntu" panose="020B0604030602030204"/>
              </a:rPr>
              <a:t>problema «fiscale» delle operazioni inesistenti</a:t>
            </a:r>
          </a:p>
          <a:p>
            <a:pPr fontAlgn="auto"/>
            <a:endParaRPr lang="it-IT" sz="2800" spc="-1" noProof="1"/>
          </a:p>
        </p:txBody>
      </p:sp>
      <p:sp>
        <p:nvSpPr>
          <p:cNvPr id="122" name="CustomShape 3"/>
          <p:cNvSpPr/>
          <p:nvPr/>
        </p:nvSpPr>
        <p:spPr>
          <a:xfrm>
            <a:off x="323850" y="848379"/>
            <a:ext cx="5326063" cy="67403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lstStyle/>
          <a:p>
            <a:pPr fontAlgn="auto"/>
            <a:r>
              <a:rPr lang="it-IT" sz="2800" b="1" spc="-1" noProof="1">
                <a:solidFill>
                  <a:srgbClr val="000000"/>
                </a:solidFill>
                <a:latin typeface="Ubuntu" panose="020B0604030602030204"/>
                <a:ea typeface="Ubuntu" panose="020B0604030602030204"/>
              </a:rPr>
              <a:t>Master in Diritto Tributario</a:t>
            </a:r>
            <a:endParaRPr lang="it-IT"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CustomShape 1"/>
          <p:cNvSpPr/>
          <p:nvPr/>
        </p:nvSpPr>
        <p:spPr>
          <a:xfrm>
            <a:off x="8578850" y="6550025"/>
            <a:ext cx="347663" cy="2524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417" name="CustomShape 2"/>
          <p:cNvSpPr/>
          <p:nvPr/>
        </p:nvSpPr>
        <p:spPr>
          <a:xfrm>
            <a:off x="504825" y="1416050"/>
            <a:ext cx="8226425" cy="5770563"/>
          </a:xfrm>
          <a:prstGeom prst="rect">
            <a:avLst/>
          </a:prstGeom>
          <a:noFill/>
          <a:ln w="25560">
            <a:noFill/>
          </a:ln>
        </p:spPr>
        <p:style>
          <a:lnRef idx="0">
            <a:scrgbClr r="0" g="0" b="0"/>
          </a:lnRef>
          <a:fillRef idx="0">
            <a:scrgbClr r="0" g="0" b="0"/>
          </a:fillRef>
          <a:effectRef idx="0">
            <a:scrgbClr r="0" g="0" b="0"/>
          </a:effectRef>
          <a:fontRef idx="minor"/>
        </p:style>
        <p:txBody>
          <a:bodyPr/>
          <a:lstStyle/>
          <a:p>
            <a:endParaRPr lang="it-IT"/>
          </a:p>
        </p:txBody>
      </p:sp>
      <p:sp>
        <p:nvSpPr>
          <p:cNvPr id="418" name="CustomShape 3"/>
          <p:cNvSpPr/>
          <p:nvPr/>
        </p:nvSpPr>
        <p:spPr>
          <a:xfrm>
            <a:off x="601663" y="2443163"/>
            <a:ext cx="8228012" cy="3849687"/>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algn="just" fontAlgn="auto"/>
            <a:endParaRPr lang="it-IT" sz="1600" spc="-1" noProof="1"/>
          </a:p>
          <a:p>
            <a:pPr algn="just" fontAlgn="auto"/>
            <a:endParaRPr lang="it-IT" sz="1600" spc="-1" noProof="1"/>
          </a:p>
          <a:p>
            <a:pPr marL="1905" algn="just" fontAlgn="auto">
              <a:buClr>
                <a:srgbClr val="1F497D"/>
              </a:buClr>
            </a:pPr>
            <a:r>
              <a:rPr lang="it-IT" sz="1600" spc="-1" noProof="1">
                <a:solidFill>
                  <a:srgbClr val="000000"/>
                </a:solidFill>
                <a:latin typeface="Tahoma"/>
              </a:rPr>
              <a:t>La norma in esame ricomprende delle fattispecie diverse tra loro:</a:t>
            </a:r>
            <a:endParaRPr lang="it-IT" sz="1600" spc="-1" noProof="1"/>
          </a:p>
          <a:p>
            <a:pPr marL="742950" lvl="1" indent="-283845" algn="just" fontAlgn="auto">
              <a:buClr>
                <a:srgbClr val="1F497D"/>
              </a:buClr>
              <a:buFont typeface="Wingdings" panose="05000000000000000000" pitchFamily="2" charset="2"/>
              <a:buChar char=""/>
            </a:pPr>
            <a:r>
              <a:rPr lang="it-IT" sz="1600" spc="-1" noProof="1">
                <a:solidFill>
                  <a:srgbClr val="000000"/>
                </a:solidFill>
                <a:latin typeface="Tahoma"/>
              </a:rPr>
              <a:t>fatture che rappresentano operazioni inesistenti:</a:t>
            </a:r>
          </a:p>
          <a:p>
            <a:pPr marL="1200150" lvl="2" indent="-283845" algn="just" fontAlgn="auto">
              <a:buClr>
                <a:srgbClr val="1F497D"/>
              </a:buClr>
              <a:buFont typeface="Wingdings" panose="05000000000000000000" pitchFamily="2" charset="2"/>
              <a:buChar char=""/>
            </a:pPr>
            <a:r>
              <a:rPr lang="it-IT" sz="1600" spc="-1" noProof="1">
                <a:solidFill>
                  <a:srgbClr val="000000"/>
                </a:solidFill>
                <a:latin typeface="Tahoma" panose="020B0604030504040204" pitchFamily="34" charset="0"/>
                <a:ea typeface="Tahoma" panose="020B0604030504040204" pitchFamily="34" charset="0"/>
                <a:cs typeface="Tahoma" panose="020B0604030504040204" pitchFamily="34" charset="0"/>
              </a:rPr>
              <a:t>inesistenza </a:t>
            </a:r>
            <a:r>
              <a:rPr lang="it-IT" sz="1600" b="1" spc="-1" noProof="1">
                <a:solidFill>
                  <a:srgbClr val="000000"/>
                </a:solidFill>
                <a:latin typeface="Tahoma" panose="020B0604030504040204" pitchFamily="34" charset="0"/>
                <a:ea typeface="Tahoma" panose="020B0604030504040204" pitchFamily="34" charset="0"/>
                <a:cs typeface="Tahoma" panose="020B0604030504040204" pitchFamily="34" charset="0"/>
              </a:rPr>
              <a:t>oggettiva</a:t>
            </a:r>
            <a:r>
              <a:rPr lang="it-IT" sz="1600" spc="-1" noProof="1">
                <a:solidFill>
                  <a:srgbClr val="000000"/>
                </a:solidFill>
                <a:latin typeface="Tahoma" panose="020B0604030504040204" pitchFamily="34" charset="0"/>
                <a:ea typeface="Tahoma" panose="020B0604030504040204" pitchFamily="34" charset="0"/>
                <a:cs typeface="Tahoma" panose="020B0604030504040204" pitchFamily="34" charset="0"/>
              </a:rPr>
              <a:t>: </a:t>
            </a:r>
            <a:r>
              <a:rPr lang="it-IT" sz="1600" noProof="1">
                <a:latin typeface="Tahoma" panose="020B0604030504040204" pitchFamily="34" charset="0"/>
                <a:ea typeface="Tahoma" panose="020B0604030504040204" pitchFamily="34" charset="0"/>
                <a:cs typeface="Tahoma" panose="020B0604030504040204" pitchFamily="34" charset="0"/>
              </a:rPr>
              <a:t>l’operazione che appare nel documento non è mai stata posta in essere </a:t>
            </a:r>
            <a:r>
              <a:rPr lang="it-IT" sz="1600" i="1" noProof="1">
                <a:latin typeface="Tahoma" panose="020B0604030504040204" pitchFamily="34" charset="0"/>
                <a:ea typeface="Tahoma" panose="020B0604030504040204" pitchFamily="34" charset="0"/>
                <a:cs typeface="Tahoma" panose="020B0604030504040204" pitchFamily="34" charset="0"/>
              </a:rPr>
              <a:t>in rerum natura;</a:t>
            </a:r>
            <a:endParaRPr lang="it-IT" sz="1600" noProof="1">
              <a:latin typeface="Tahoma" panose="020B0604030504040204" pitchFamily="34" charset="0"/>
              <a:ea typeface="Tahoma" panose="020B0604030504040204" pitchFamily="34" charset="0"/>
              <a:cs typeface="Tahoma" panose="020B0604030504040204" pitchFamily="34" charset="0"/>
            </a:endParaRPr>
          </a:p>
          <a:p>
            <a:pPr marL="1200150" lvl="2" indent="-283845" algn="just" fontAlgn="auto">
              <a:buClr>
                <a:srgbClr val="1F497D"/>
              </a:buClr>
              <a:buFont typeface="Wingdings" panose="05000000000000000000" pitchFamily="2" charset="2"/>
              <a:buChar char=""/>
            </a:pPr>
            <a:r>
              <a:rPr lang="it-IT" sz="1600" spc="-1" noProof="1">
                <a:latin typeface="Tahoma" panose="020B0604030504040204" pitchFamily="34" charset="0"/>
                <a:ea typeface="Tahoma" panose="020B0604030504040204" pitchFamily="34" charset="0"/>
                <a:cs typeface="Tahoma" panose="020B0604030504040204" pitchFamily="34" charset="0"/>
              </a:rPr>
              <a:t>Inesistenza </a:t>
            </a:r>
            <a:r>
              <a:rPr lang="it-IT" sz="1600" b="1" spc="-1" noProof="1">
                <a:latin typeface="Tahoma" panose="020B0604030504040204" pitchFamily="34" charset="0"/>
                <a:ea typeface="Tahoma" panose="020B0604030504040204" pitchFamily="34" charset="0"/>
                <a:cs typeface="Tahoma" panose="020B0604030504040204" pitchFamily="34" charset="0"/>
              </a:rPr>
              <a:t>soggettiva</a:t>
            </a:r>
            <a:r>
              <a:rPr lang="it-IT" sz="1600" spc="-1" noProof="1">
                <a:latin typeface="Tahoma" panose="020B0604030504040204" pitchFamily="34" charset="0"/>
                <a:ea typeface="Tahoma" panose="020B0604030504040204" pitchFamily="34" charset="0"/>
                <a:cs typeface="Tahoma" panose="020B0604030504040204" pitchFamily="34" charset="0"/>
              </a:rPr>
              <a:t>: l’operazione può essere stata effettivamente compiuta, ma non tra i soggetti che figurano come emittente e destinatario della fattura;</a:t>
            </a:r>
          </a:p>
          <a:p>
            <a:pPr marL="742950" lvl="1" indent="-283845" algn="just" fontAlgn="auto">
              <a:buClr>
                <a:srgbClr val="1F497D"/>
              </a:buClr>
              <a:buFont typeface="Wingdings" panose="05000000000000000000" pitchFamily="2" charset="2"/>
              <a:buChar char=""/>
            </a:pPr>
            <a:r>
              <a:rPr lang="it-IT" sz="1600" spc="-1" noProof="1">
                <a:solidFill>
                  <a:srgbClr val="000000"/>
                </a:solidFill>
                <a:latin typeface="Tahoma"/>
              </a:rPr>
              <a:t>fatture contenenti un’imposta su operazioni </a:t>
            </a:r>
            <a:r>
              <a:rPr lang="it-IT" sz="1600" b="1" spc="-1" noProof="1">
                <a:solidFill>
                  <a:srgbClr val="000000"/>
                </a:solidFill>
                <a:latin typeface="Tahoma"/>
              </a:rPr>
              <a:t>non assoggettabili a tributo </a:t>
            </a:r>
            <a:r>
              <a:rPr lang="it-IT" sz="1600" spc="-1" noProof="1">
                <a:solidFill>
                  <a:srgbClr val="000000"/>
                </a:solidFill>
                <a:latin typeface="Tahoma"/>
              </a:rPr>
              <a:t>(operazioni escluse, non imponibili o esenti) ovvero contenenti un’imposta maggiore di quella effettivamente applicabile alla base imponibile (indicazione di un’aliquota superiore a quella stabilita dalla legge); </a:t>
            </a:r>
            <a:endParaRPr lang="it-IT" sz="1600" spc="-1" noProof="1"/>
          </a:p>
          <a:p>
            <a:pPr marL="742950" lvl="1" indent="-283845" algn="just" fontAlgn="auto">
              <a:buClr>
                <a:srgbClr val="1F497D"/>
              </a:buClr>
              <a:buFont typeface="Wingdings" panose="05000000000000000000" pitchFamily="2" charset="2"/>
              <a:buChar char=""/>
            </a:pPr>
            <a:r>
              <a:rPr lang="it-IT" sz="1600" spc="-1" noProof="1">
                <a:solidFill>
                  <a:srgbClr val="000000"/>
                </a:solidFill>
                <a:latin typeface="Tahoma"/>
              </a:rPr>
              <a:t>fatture contenenti una base imponibile maggiore di quella reale con la corrispondente imposta (c.d. “</a:t>
            </a:r>
            <a:r>
              <a:rPr lang="it-IT" sz="1600" b="1" spc="-1" noProof="1">
                <a:solidFill>
                  <a:srgbClr val="000000"/>
                </a:solidFill>
                <a:latin typeface="Tahoma"/>
              </a:rPr>
              <a:t>sovrafatturazione</a:t>
            </a:r>
            <a:r>
              <a:rPr lang="it-IT" sz="1600" spc="-1" noProof="1">
                <a:solidFill>
                  <a:srgbClr val="000000"/>
                </a:solidFill>
                <a:latin typeface="Tahoma"/>
              </a:rPr>
              <a:t>”).</a:t>
            </a:r>
            <a:endParaRPr lang="it-IT" sz="1600" spc="-1" noProof="1"/>
          </a:p>
        </p:txBody>
      </p:sp>
      <p:sp>
        <p:nvSpPr>
          <p:cNvPr id="419" name="CustomShape 4"/>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Operazioni inesistenti</a:t>
            </a:r>
            <a:endParaRPr lang="it-IT" sz="2800" spc="-1" noProof="1"/>
          </a:p>
        </p:txBody>
      </p:sp>
      <p:sp>
        <p:nvSpPr>
          <p:cNvPr id="7" name="CustomShape 4"/>
          <p:cNvSpPr/>
          <p:nvPr/>
        </p:nvSpPr>
        <p:spPr>
          <a:xfrm>
            <a:off x="263525" y="1531938"/>
            <a:ext cx="8616950" cy="1027112"/>
          </a:xfrm>
          <a:prstGeom prst="rect">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marL="1905" fontAlgn="auto">
              <a:buClr>
                <a:srgbClr val="1F497D"/>
              </a:buClr>
            </a:pPr>
            <a:r>
              <a:rPr lang="it-IT" sz="1500" spc="-1" noProof="1">
                <a:solidFill>
                  <a:srgbClr val="000000"/>
                </a:solidFill>
                <a:latin typeface="Tahoma"/>
              </a:rPr>
              <a:t>L'art. 21, settimo comma, del D.P.R. 633/1972, dispone che qualora il cedente o prestatore emetta fattura per operazioni inesistenti, ovvero indichi nella fattura i corrispettivi delle operazioni effettuate o le imposte relative in misura superiore a quella reale, “</a:t>
            </a:r>
            <a:r>
              <a:rPr lang="it-IT" sz="1500" i="1" spc="-1" noProof="1">
                <a:solidFill>
                  <a:srgbClr val="000000"/>
                </a:solidFill>
                <a:latin typeface="Tahoma"/>
              </a:rPr>
              <a:t>l’imposta è dovuta </a:t>
            </a:r>
            <a:r>
              <a:rPr lang="it-IT" sz="1500" b="1" i="1" spc="-1" noProof="1">
                <a:solidFill>
                  <a:srgbClr val="000000"/>
                </a:solidFill>
                <a:latin typeface="Tahoma"/>
              </a:rPr>
              <a:t>per l’intero ammontare </a:t>
            </a:r>
            <a:r>
              <a:rPr lang="it-IT" sz="1500" i="1" spc="-1" noProof="1">
                <a:solidFill>
                  <a:srgbClr val="000000"/>
                </a:solidFill>
                <a:latin typeface="Tahoma"/>
              </a:rPr>
              <a:t>indicato o corrispondente alle indicazioni della fattura</a:t>
            </a:r>
            <a:r>
              <a:rPr lang="it-IT" sz="1500" spc="-1" noProof="1">
                <a:solidFill>
                  <a:srgbClr val="000000"/>
                </a:solidFill>
                <a:latin typeface="Tahoma"/>
              </a:rPr>
              <a:t>” (p. di cartolarità)</a:t>
            </a:r>
            <a:endParaRPr lang="it-IT" sz="1500" spc="-1" noProof="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CustomShape 1"/>
          <p:cNvSpPr/>
          <p:nvPr/>
        </p:nvSpPr>
        <p:spPr>
          <a:xfrm>
            <a:off x="8578850" y="6550025"/>
            <a:ext cx="347663" cy="2524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417" name="CustomShape 2"/>
          <p:cNvSpPr/>
          <p:nvPr/>
        </p:nvSpPr>
        <p:spPr>
          <a:xfrm>
            <a:off x="504825" y="1416050"/>
            <a:ext cx="8226425" cy="5770563"/>
          </a:xfrm>
          <a:prstGeom prst="rect">
            <a:avLst/>
          </a:prstGeom>
          <a:noFill/>
          <a:ln w="25560">
            <a:noFill/>
          </a:ln>
        </p:spPr>
        <p:style>
          <a:lnRef idx="0">
            <a:scrgbClr r="0" g="0" b="0"/>
          </a:lnRef>
          <a:fillRef idx="0">
            <a:scrgbClr r="0" g="0" b="0"/>
          </a:fillRef>
          <a:effectRef idx="0">
            <a:scrgbClr r="0" g="0" b="0"/>
          </a:effectRef>
          <a:fontRef idx="minor"/>
        </p:style>
        <p:txBody>
          <a:bodyPr/>
          <a:lstStyle/>
          <a:p>
            <a:endParaRPr lang="it-IT"/>
          </a:p>
        </p:txBody>
      </p:sp>
      <p:sp>
        <p:nvSpPr>
          <p:cNvPr id="419" name="CustomShape 4"/>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Operazioni </a:t>
            </a:r>
            <a:r>
              <a:rPr lang="it-IT" sz="2800" b="1" i="1" spc="-1" noProof="1">
                <a:solidFill>
                  <a:srgbClr val="FFFFFF"/>
                </a:solidFill>
                <a:latin typeface="Ubuntu" panose="020B0604030602030204"/>
              </a:rPr>
              <a:t>oggettivamente</a:t>
            </a:r>
            <a:r>
              <a:rPr lang="it-IT" sz="2800" b="1" spc="-1" noProof="1">
                <a:solidFill>
                  <a:srgbClr val="FFFFFF"/>
                </a:solidFill>
                <a:latin typeface="Ubuntu" panose="020B0604030602030204"/>
              </a:rPr>
              <a:t> inesistenti</a:t>
            </a:r>
            <a:endParaRPr lang="it-IT" sz="2800" spc="-1" noProof="1"/>
          </a:p>
        </p:txBody>
      </p:sp>
      <p:pic>
        <p:nvPicPr>
          <p:cNvPr id="133124" name="Immagin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771650" y="3017838"/>
            <a:ext cx="568325"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25" name="Immagin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829425" y="3570288"/>
            <a:ext cx="566738"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ttangolo 1"/>
          <p:cNvSpPr/>
          <p:nvPr/>
        </p:nvSpPr>
        <p:spPr>
          <a:xfrm>
            <a:off x="5416550" y="2497138"/>
            <a:ext cx="3392488" cy="1016000"/>
          </a:xfrm>
          <a:prstGeom prst="rect">
            <a:avLst/>
          </a:prstGeom>
        </p:spPr>
        <p:txBody>
          <a:bodyPr>
            <a:spAutoFit/>
          </a:bodyPr>
          <a:lstStyle/>
          <a:p>
            <a:pPr algn="ctr" fontAlgn="auto"/>
            <a:r>
              <a:rPr lang="it-IT" sz="1500" spc="-1" noProof="1">
                <a:latin typeface="Tahoma" panose="020B0604030504040204" pitchFamily="34" charset="0"/>
                <a:ea typeface="Tahoma" panose="020B0604030504040204" pitchFamily="34" charset="0"/>
                <a:cs typeface="Tahoma" panose="020B0604030504040204" pitchFamily="34" charset="0"/>
              </a:rPr>
              <a:t>(B):</a:t>
            </a:r>
          </a:p>
          <a:p>
            <a:pPr algn="just" fontAlgn="auto"/>
            <a:r>
              <a:rPr lang="it-IT" sz="1500" spc="-1" noProof="1">
                <a:latin typeface="Tahoma" panose="020B0604030504040204" pitchFamily="34" charset="0"/>
                <a:ea typeface="Tahoma" panose="020B0604030504040204" pitchFamily="34" charset="0"/>
                <a:cs typeface="Tahoma" panose="020B0604030504040204" pitchFamily="34" charset="0"/>
              </a:rPr>
              <a:t>- Esercita (indebitamente) il diritto alla detrazione</a:t>
            </a:r>
          </a:p>
          <a:p>
            <a:pPr algn="just" fontAlgn="auto"/>
            <a:r>
              <a:rPr lang="it-IT" sz="1500" spc="-1" noProof="1">
                <a:latin typeface="Tahoma" panose="020B0604030504040204" pitchFamily="34" charset="0"/>
                <a:ea typeface="Tahoma" panose="020B0604030504040204" pitchFamily="34" charset="0"/>
                <a:cs typeface="Tahoma" panose="020B0604030504040204" pitchFamily="34" charset="0"/>
              </a:rPr>
              <a:t>- Deduce il costo ai fini delle I.I.R.R.;</a:t>
            </a:r>
          </a:p>
        </p:txBody>
      </p:sp>
      <p:sp>
        <p:nvSpPr>
          <p:cNvPr id="3" name="Rettangolo 2"/>
          <p:cNvSpPr/>
          <p:nvPr/>
        </p:nvSpPr>
        <p:spPr>
          <a:xfrm>
            <a:off x="195263" y="1831975"/>
            <a:ext cx="3721100" cy="1247775"/>
          </a:xfrm>
          <a:prstGeom prst="rect">
            <a:avLst/>
          </a:prstGeom>
        </p:spPr>
        <p:txBody>
          <a:bodyPr>
            <a:spAutoFit/>
          </a:bodyPr>
          <a:lstStyle/>
          <a:p>
            <a:pPr algn="ctr" fontAlgn="auto"/>
            <a:r>
              <a:rPr lang="it-IT" sz="1500" spc="-1" noProof="1">
                <a:latin typeface="Tahoma" panose="020B0604030504040204" pitchFamily="34" charset="0"/>
                <a:ea typeface="Tahoma" panose="020B0604030504040204" pitchFamily="34" charset="0"/>
                <a:cs typeface="Tahoma" panose="020B0604030504040204" pitchFamily="34" charset="0"/>
              </a:rPr>
              <a:t>(A)</a:t>
            </a:r>
          </a:p>
          <a:p>
            <a:pPr marL="285750" indent="-285750" algn="just" fontAlgn="auto">
              <a:buFontTx/>
              <a:buChar char="-"/>
            </a:pPr>
            <a:r>
              <a:rPr lang="it-IT" sz="1500" spc="-1" noProof="1">
                <a:latin typeface="Tahoma" panose="020B0604030504040204" pitchFamily="34" charset="0"/>
                <a:ea typeface="Tahoma" panose="020B0604030504040204" pitchFamily="34" charset="0"/>
                <a:cs typeface="Tahoma" panose="020B0604030504040204" pitchFamily="34" charset="0"/>
              </a:rPr>
              <a:t>Emette fattura con IVA;</a:t>
            </a:r>
          </a:p>
          <a:p>
            <a:pPr marL="285750" indent="-285750" algn="just" fontAlgn="auto">
              <a:buFontTx/>
              <a:buChar char="-"/>
            </a:pPr>
            <a:r>
              <a:rPr lang="it-IT" sz="1500" spc="-1" noProof="1">
                <a:latin typeface="Tahoma" panose="020B0604030504040204" pitchFamily="34" charset="0"/>
                <a:ea typeface="Tahoma" panose="020B0604030504040204" pitchFamily="34" charset="0"/>
                <a:cs typeface="Tahoma" panose="020B0604030504040204" pitchFamily="34" charset="0"/>
              </a:rPr>
              <a:t>Non versa l’imposta all’Erario;</a:t>
            </a:r>
          </a:p>
          <a:p>
            <a:pPr marL="285750" indent="-285750" algn="just" fontAlgn="auto">
              <a:buFontTx/>
              <a:buChar char="-"/>
            </a:pPr>
            <a:r>
              <a:rPr lang="it-IT" sz="1500" spc="-1" noProof="1">
                <a:latin typeface="Tahoma" panose="020B0604030504040204" pitchFamily="34" charset="0"/>
                <a:ea typeface="Tahoma" panose="020B0604030504040204" pitchFamily="34" charset="0"/>
                <a:cs typeface="Tahoma" panose="020B0604030504040204" pitchFamily="34" charset="0"/>
              </a:rPr>
              <a:t>Restituisce (in tutto o in parte) quanto ricevuto da (B).</a:t>
            </a:r>
          </a:p>
        </p:txBody>
      </p:sp>
      <p:sp>
        <p:nvSpPr>
          <p:cNvPr id="4" name="Freccia circolare in su 3"/>
          <p:cNvSpPr/>
          <p:nvPr/>
        </p:nvSpPr>
        <p:spPr>
          <a:xfrm rot="391868">
            <a:off x="1912938" y="4994275"/>
            <a:ext cx="5240337" cy="68262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it-IT" noProof="1">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CustomShape 1"/>
          <p:cNvSpPr/>
          <p:nvPr/>
        </p:nvSpPr>
        <p:spPr>
          <a:xfrm>
            <a:off x="8578850" y="6550025"/>
            <a:ext cx="347663" cy="2524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417" name="CustomShape 2"/>
          <p:cNvSpPr/>
          <p:nvPr/>
        </p:nvSpPr>
        <p:spPr>
          <a:xfrm>
            <a:off x="504825" y="1416050"/>
            <a:ext cx="8226425" cy="5770563"/>
          </a:xfrm>
          <a:prstGeom prst="rect">
            <a:avLst/>
          </a:prstGeom>
          <a:noFill/>
          <a:ln w="25560">
            <a:noFill/>
          </a:ln>
        </p:spPr>
        <p:style>
          <a:lnRef idx="0">
            <a:scrgbClr r="0" g="0" b="0"/>
          </a:lnRef>
          <a:fillRef idx="0">
            <a:scrgbClr r="0" g="0" b="0"/>
          </a:fillRef>
          <a:effectRef idx="0">
            <a:scrgbClr r="0" g="0" b="0"/>
          </a:effectRef>
          <a:fontRef idx="minor"/>
        </p:style>
        <p:txBody>
          <a:bodyPr/>
          <a:lstStyle/>
          <a:p>
            <a:endParaRPr lang="it-IT"/>
          </a:p>
        </p:txBody>
      </p:sp>
      <p:sp>
        <p:nvSpPr>
          <p:cNvPr id="419" name="CustomShape 4"/>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Operazioni </a:t>
            </a:r>
            <a:r>
              <a:rPr lang="it-IT" sz="2800" b="1" i="1" spc="-1" noProof="1">
                <a:solidFill>
                  <a:srgbClr val="FFFFFF"/>
                </a:solidFill>
                <a:latin typeface="Ubuntu" panose="020B0604030602030204"/>
              </a:rPr>
              <a:t>soggettivamente</a:t>
            </a:r>
            <a:r>
              <a:rPr lang="it-IT" sz="2800" b="1" spc="-1" noProof="1">
                <a:solidFill>
                  <a:srgbClr val="FFFFFF"/>
                </a:solidFill>
                <a:latin typeface="Ubuntu" panose="020B0604030602030204"/>
              </a:rPr>
              <a:t> inesistenti</a:t>
            </a:r>
            <a:endParaRPr lang="it-IT" sz="2800" spc="-1" noProof="1"/>
          </a:p>
        </p:txBody>
      </p:sp>
      <p:sp>
        <p:nvSpPr>
          <p:cNvPr id="2" name="Rettangolo con angoli arrotondati 1"/>
          <p:cNvSpPr/>
          <p:nvPr/>
        </p:nvSpPr>
        <p:spPr>
          <a:xfrm>
            <a:off x="3781425" y="1811338"/>
            <a:ext cx="1944688" cy="9318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noProof="1"/>
              <a:t>A</a:t>
            </a:r>
          </a:p>
        </p:txBody>
      </p:sp>
      <p:sp>
        <p:nvSpPr>
          <p:cNvPr id="9" name="Rettangolo con angoli arrotondati 8"/>
          <p:cNvSpPr/>
          <p:nvPr/>
        </p:nvSpPr>
        <p:spPr>
          <a:xfrm>
            <a:off x="1004888" y="3052763"/>
            <a:ext cx="1944687" cy="9318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noProof="1"/>
              <a:t>D</a:t>
            </a:r>
          </a:p>
        </p:txBody>
      </p:sp>
      <p:sp>
        <p:nvSpPr>
          <p:cNvPr id="10" name="Rettangolo con angoli arrotondati 9"/>
          <p:cNvSpPr/>
          <p:nvPr/>
        </p:nvSpPr>
        <p:spPr>
          <a:xfrm>
            <a:off x="3781425" y="4564063"/>
            <a:ext cx="1944688" cy="933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noProof="1"/>
              <a:t>C</a:t>
            </a:r>
          </a:p>
          <a:p>
            <a:pPr algn="ctr" fontAlgn="auto"/>
            <a:r>
              <a:rPr lang="it-IT" sz="900" noProof="1"/>
              <a:t>«</a:t>
            </a:r>
            <a:r>
              <a:rPr lang="it-IT" sz="900" i="1" noProof="1"/>
              <a:t>buffer</a:t>
            </a:r>
            <a:r>
              <a:rPr lang="it-IT" sz="900" noProof="1"/>
              <a:t>»/interposta</a:t>
            </a:r>
          </a:p>
        </p:txBody>
      </p:sp>
      <p:sp>
        <p:nvSpPr>
          <p:cNvPr id="11" name="Rettangolo con angoli arrotondati 10"/>
          <p:cNvSpPr/>
          <p:nvPr/>
        </p:nvSpPr>
        <p:spPr>
          <a:xfrm>
            <a:off x="6543675" y="3055938"/>
            <a:ext cx="1944688" cy="9318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noProof="1"/>
              <a:t>B</a:t>
            </a:r>
          </a:p>
          <a:p>
            <a:pPr algn="ctr" fontAlgn="auto"/>
            <a:r>
              <a:rPr lang="it-IT" sz="900" noProof="1"/>
              <a:t>cartiera/«</a:t>
            </a:r>
            <a:r>
              <a:rPr lang="it-IT" sz="900" i="1" noProof="1"/>
              <a:t>missing trader</a:t>
            </a:r>
            <a:r>
              <a:rPr lang="it-IT" sz="900" noProof="1"/>
              <a:t>»</a:t>
            </a:r>
          </a:p>
        </p:txBody>
      </p:sp>
      <p:cxnSp>
        <p:nvCxnSpPr>
          <p:cNvPr id="4" name="Connettore a gomito 3"/>
          <p:cNvCxnSpPr>
            <a:stCxn id="2" idx="3"/>
            <a:endCxn id="11" idx="0"/>
          </p:cNvCxnSpPr>
          <p:nvPr/>
        </p:nvCxnSpPr>
        <p:spPr>
          <a:xfrm>
            <a:off x="5726113" y="2276475"/>
            <a:ext cx="1790700" cy="7794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4153" name="CasellaDiTesto 4"/>
          <p:cNvSpPr txBox="1">
            <a:spLocks noChangeArrowheads="1"/>
          </p:cNvSpPr>
          <p:nvPr/>
        </p:nvSpPr>
        <p:spPr bwMode="auto">
          <a:xfrm>
            <a:off x="6697663" y="2044700"/>
            <a:ext cx="179070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en-US" sz="900">
                <a:latin typeface="Tahoma" panose="020B0604030504040204" pitchFamily="34" charset="0"/>
              </a:rPr>
              <a:t>Fattura op. IC (senza IVA)</a:t>
            </a:r>
          </a:p>
        </p:txBody>
      </p:sp>
      <p:cxnSp>
        <p:nvCxnSpPr>
          <p:cNvPr id="12" name="Connettore a gomito 11"/>
          <p:cNvCxnSpPr>
            <a:stCxn id="11" idx="2"/>
            <a:endCxn id="10" idx="3"/>
          </p:cNvCxnSpPr>
          <p:nvPr/>
        </p:nvCxnSpPr>
        <p:spPr>
          <a:xfrm rot="5400000">
            <a:off x="6099969" y="3613944"/>
            <a:ext cx="1042988" cy="17907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4155" name="CasellaDiTesto 16"/>
          <p:cNvSpPr txBox="1">
            <a:spLocks noChangeArrowheads="1"/>
          </p:cNvSpPr>
          <p:nvPr/>
        </p:nvSpPr>
        <p:spPr bwMode="auto">
          <a:xfrm>
            <a:off x="6484938" y="5032375"/>
            <a:ext cx="21542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en-US" sz="900">
                <a:latin typeface="Tahoma" panose="020B0604030504040204" pitchFamily="34" charset="0"/>
              </a:rPr>
              <a:t>Fattura op. interna (con IVA)</a:t>
            </a:r>
          </a:p>
          <a:p>
            <a:r>
              <a:rPr lang="it-IT" altLang="en-US" sz="900">
                <a:latin typeface="Tahoma" panose="020B0604030504040204" pitchFamily="34" charset="0"/>
              </a:rPr>
              <a:t>(a prezzo più conveniente rispetto a quello di mercato, grazie al mancato versamento dell’imposta)</a:t>
            </a:r>
          </a:p>
        </p:txBody>
      </p:sp>
      <p:cxnSp>
        <p:nvCxnSpPr>
          <p:cNvPr id="14" name="Connettore a gomito 13"/>
          <p:cNvCxnSpPr>
            <a:stCxn id="10" idx="1"/>
            <a:endCxn id="9" idx="2"/>
          </p:cNvCxnSpPr>
          <p:nvPr/>
        </p:nvCxnSpPr>
        <p:spPr>
          <a:xfrm rot="10800000">
            <a:off x="1976438" y="3984625"/>
            <a:ext cx="1804987" cy="10461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4157" name="CasellaDiTesto 19"/>
          <p:cNvSpPr txBox="1">
            <a:spLocks noChangeArrowheads="1"/>
          </p:cNvSpPr>
          <p:nvPr/>
        </p:nvSpPr>
        <p:spPr bwMode="auto">
          <a:xfrm>
            <a:off x="1193800" y="5032375"/>
            <a:ext cx="17907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en-US" sz="900">
                <a:latin typeface="Tahoma" panose="020B0604030504040204" pitchFamily="34" charset="0"/>
              </a:rPr>
              <a:t>Fattura op. interna (con IVA)</a:t>
            </a:r>
          </a:p>
        </p:txBody>
      </p:sp>
      <p:cxnSp>
        <p:nvCxnSpPr>
          <p:cNvPr id="16" name="Connettore 2 15"/>
          <p:cNvCxnSpPr>
            <a:stCxn id="9" idx="3"/>
            <a:endCxn id="9" idx="2"/>
          </p:cNvCxnSpPr>
          <p:nvPr/>
        </p:nvCxnSpPr>
        <p:spPr>
          <a:xfrm flipV="1">
            <a:off x="2949575" y="3519488"/>
            <a:ext cx="6905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4159" name="CasellaDiTesto 23"/>
          <p:cNvSpPr txBox="1">
            <a:spLocks noChangeArrowheads="1"/>
          </p:cNvSpPr>
          <p:nvPr/>
        </p:nvSpPr>
        <p:spPr bwMode="auto">
          <a:xfrm>
            <a:off x="3640138" y="3387725"/>
            <a:ext cx="179070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en-US" sz="900">
                <a:latin typeface="Tahoma" panose="020B0604030504040204" pitchFamily="34" charset="0"/>
              </a:rPr>
              <a:t>Immissione in consumo</a:t>
            </a:r>
          </a:p>
        </p:txBody>
      </p:sp>
      <p:cxnSp>
        <p:nvCxnSpPr>
          <p:cNvPr id="21" name="Connettore diritto 20"/>
          <p:cNvCxnSpPr>
            <a:stCxn id="9" idx="3"/>
            <a:endCxn id="9" idx="2"/>
          </p:cNvCxnSpPr>
          <p:nvPr/>
        </p:nvCxnSpPr>
        <p:spPr>
          <a:xfrm>
            <a:off x="98425" y="2903538"/>
            <a:ext cx="8972550"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22" name="Ovale 21"/>
          <p:cNvSpPr/>
          <p:nvPr/>
        </p:nvSpPr>
        <p:spPr>
          <a:xfrm rot="20163050">
            <a:off x="6602413" y="3019425"/>
            <a:ext cx="1919287" cy="9890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it-IT" noProof="1"/>
          </a:p>
        </p:txBody>
      </p:sp>
      <p:sp>
        <p:nvSpPr>
          <p:cNvPr id="134162" name="CasellaDiTesto 28"/>
          <p:cNvSpPr txBox="1">
            <a:spLocks noChangeArrowheads="1"/>
          </p:cNvSpPr>
          <p:nvPr/>
        </p:nvSpPr>
        <p:spPr bwMode="auto">
          <a:xfrm>
            <a:off x="6843713" y="4052888"/>
            <a:ext cx="15684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en-US" sz="900" b="1">
                <a:solidFill>
                  <a:srgbClr val="FF0000"/>
                </a:solidFill>
                <a:latin typeface="Tahoma" panose="020B0604030504040204" pitchFamily="34" charset="0"/>
              </a:rPr>
              <a:t>Non versa l’IVA dovuta!</a:t>
            </a:r>
          </a:p>
        </p:txBody>
      </p:sp>
      <p:sp>
        <p:nvSpPr>
          <p:cNvPr id="134163" name="CasellaDiTesto 24"/>
          <p:cNvSpPr txBox="1">
            <a:spLocks noChangeArrowheads="1"/>
          </p:cNvSpPr>
          <p:nvPr/>
        </p:nvSpPr>
        <p:spPr bwMode="auto">
          <a:xfrm>
            <a:off x="249238" y="1287463"/>
            <a:ext cx="8677275"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it-IT" altLang="en-US" sz="1500">
                <a:latin typeface="Tahoma" panose="020B0604030504040204" pitchFamily="34" charset="0"/>
              </a:rPr>
              <a:t>Esempio peculiare di operazioni soggettivamente inesistenti sono le c.d. «frodi carosello»</a:t>
            </a:r>
          </a:p>
        </p:txBody>
      </p:sp>
      <p:sp>
        <p:nvSpPr>
          <p:cNvPr id="134164" name="CasellaDiTesto 25"/>
          <p:cNvSpPr txBox="1">
            <a:spLocks noChangeArrowheads="1"/>
          </p:cNvSpPr>
          <p:nvPr/>
        </p:nvSpPr>
        <p:spPr bwMode="auto">
          <a:xfrm>
            <a:off x="98425" y="5711825"/>
            <a:ext cx="90551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en-US" sz="1500">
                <a:latin typeface="Tahoma" panose="020B0604030504040204" pitchFamily="34" charset="0"/>
              </a:rPr>
              <a:t>In forza della particolare natura di B, che si rivela essere soggetto fittizio, meramente interposto, esistente al solo scopo di porre in essere la frode, l’operazione intervenuta </a:t>
            </a:r>
            <a:r>
              <a:rPr lang="it-IT" altLang="en-US" sz="1500" u="sng">
                <a:latin typeface="Tahoma" panose="020B0604030504040204" pitchFamily="34" charset="0"/>
              </a:rPr>
              <a:t>tra B e C</a:t>
            </a:r>
            <a:r>
              <a:rPr lang="it-IT" altLang="en-US" sz="1500">
                <a:latin typeface="Tahoma" panose="020B0604030504040204" pitchFamily="34" charset="0"/>
              </a:rPr>
              <a:t> può rappresentare un’operazione </a:t>
            </a:r>
            <a:r>
              <a:rPr lang="it-IT" altLang="en-US" sz="1500" i="1">
                <a:latin typeface="Tahoma" panose="020B0604030504040204" pitchFamily="34" charset="0"/>
              </a:rPr>
              <a:t>soggettivamente</a:t>
            </a:r>
            <a:r>
              <a:rPr lang="it-IT" altLang="en-US" sz="1500">
                <a:latin typeface="Tahoma" panose="020B0604030504040204" pitchFamily="34" charset="0"/>
              </a:rPr>
              <a:t> inesistente.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CustomShape 1"/>
          <p:cNvSpPr/>
          <p:nvPr/>
        </p:nvSpPr>
        <p:spPr>
          <a:xfrm>
            <a:off x="504825" y="995363"/>
            <a:ext cx="8226425" cy="5770562"/>
          </a:xfrm>
          <a:prstGeom prst="rect">
            <a:avLst/>
          </a:prstGeom>
          <a:noFill/>
          <a:ln w="25560">
            <a:noFill/>
          </a:ln>
        </p:spPr>
        <p:style>
          <a:lnRef idx="0">
            <a:scrgbClr r="0" g="0" b="0"/>
          </a:lnRef>
          <a:fillRef idx="0">
            <a:scrgbClr r="0" g="0" b="0"/>
          </a:fillRef>
          <a:effectRef idx="0">
            <a:scrgbClr r="0" g="0" b="0"/>
          </a:effectRef>
          <a:fontRef idx="minor"/>
        </p:style>
        <p:txBody>
          <a:bodyPr/>
          <a:lstStyle/>
          <a:p>
            <a:endParaRPr lang="it-IT"/>
          </a:p>
        </p:txBody>
      </p:sp>
      <p:sp>
        <p:nvSpPr>
          <p:cNvPr id="421" name="CustomShape 2"/>
          <p:cNvSpPr/>
          <p:nvPr/>
        </p:nvSpPr>
        <p:spPr>
          <a:xfrm>
            <a:off x="504825" y="1393825"/>
            <a:ext cx="8420100" cy="5011738"/>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marL="285750" indent="-283845" fontAlgn="auto">
              <a:buClr>
                <a:srgbClr val="4F81BD"/>
              </a:buClr>
              <a:buFont typeface="Wingdings" panose="05000000000000000000" pitchFamily="2" charset="2"/>
              <a:buChar char=""/>
            </a:pPr>
            <a:r>
              <a:rPr lang="it-IT" sz="1600" spc="-1" noProof="1">
                <a:solidFill>
                  <a:srgbClr val="000000"/>
                </a:solidFill>
                <a:latin typeface="Tahoma"/>
              </a:rPr>
              <a:t>L’art. 21, co. 7, D.P.R. 633/72 costituisce la trasposizione nell’ordinamento interno dell’art. 203 della Direttiva 2006/112/CE (già art. 21 lett. d) della VI Direttiva), che nell’individuare i debitori d’imposta elenca, tra gli altri, «</a:t>
            </a:r>
            <a:r>
              <a:rPr lang="it-IT" sz="1600" i="1" spc="-1" noProof="1">
                <a:solidFill>
                  <a:srgbClr val="000000"/>
                </a:solidFill>
                <a:latin typeface="Tahoma"/>
              </a:rPr>
              <a:t>chiunque indichi tale imposta in una fattura»</a:t>
            </a:r>
            <a:r>
              <a:rPr lang="it-IT" sz="1600" spc="-1" noProof="1">
                <a:solidFill>
                  <a:srgbClr val="000000"/>
                </a:solidFill>
                <a:latin typeface="Tahoma"/>
              </a:rPr>
              <a:t>.</a:t>
            </a:r>
            <a:endParaRPr lang="it-IT" sz="1600" spc="-1" noProof="1"/>
          </a:p>
          <a:p>
            <a:pPr fontAlgn="auto"/>
            <a:endParaRPr lang="it-IT" sz="1600" spc="-1" noProof="1"/>
          </a:p>
          <a:p>
            <a:pPr marL="285750" indent="-283845" fontAlgn="auto">
              <a:buClr>
                <a:srgbClr val="4F81BD"/>
              </a:buClr>
              <a:buFont typeface="Wingdings" panose="05000000000000000000" pitchFamily="2" charset="2"/>
              <a:buChar char=""/>
            </a:pPr>
            <a:r>
              <a:rPr lang="it-IT" sz="1600" spc="-1" noProof="1">
                <a:solidFill>
                  <a:srgbClr val="000000"/>
                </a:solidFill>
                <a:latin typeface="Tahoma"/>
              </a:rPr>
              <a:t>Nell’ambito comunitario, l’obbligo di pagare l’imposta indicata in una fattura costituirebbe una “norma di chiusura” del sistema applicativo dell’IVA nel senso che l’emissione della fattura determina la circolazione di un credito d’imposta da parte del destinatario-produttore, che deve essere compensato dal debito verso l’erario dell’emittente; </a:t>
            </a:r>
            <a:endParaRPr lang="it-IT" sz="1600" spc="-1" noProof="1"/>
          </a:p>
          <a:p>
            <a:pPr fontAlgn="auto"/>
            <a:endParaRPr lang="it-IT" sz="1600" spc="-1" noProof="1"/>
          </a:p>
          <a:p>
            <a:pPr marL="285750" indent="-283845" fontAlgn="auto">
              <a:buClr>
                <a:srgbClr val="4F81BD"/>
              </a:buClr>
              <a:buFont typeface="Wingdings" panose="05000000000000000000" pitchFamily="2" charset="2"/>
              <a:buChar char=""/>
            </a:pPr>
            <a:r>
              <a:rPr lang="it-IT" sz="1600" spc="-1" noProof="1">
                <a:solidFill>
                  <a:srgbClr val="000000"/>
                </a:solidFill>
                <a:latin typeface="Tahoma"/>
              </a:rPr>
              <a:t>Nell’ambito del sistema interno la prescrizione in esame avrebbe una portata ben più limitata, riferendosi alle sole ipotesi di fatturazione difforme dalla effettività dell’operazione sottostante: l’obbligo sarebbe da collegare ad operazioni inesistenti o comunque ad ipotesi in cui il corrispettivo o l’imposta siano artefatti (brutalmente: falsi) rispetto agli importi effettivi.</a:t>
            </a:r>
            <a:endParaRPr lang="it-IT" sz="1600" spc="-1" noProof="1"/>
          </a:p>
          <a:p>
            <a:pPr fontAlgn="auto"/>
            <a:endParaRPr lang="it-IT" sz="1600" spc="-1" noProof="1"/>
          </a:p>
          <a:p>
            <a:pPr marL="285750" indent="-283845" fontAlgn="auto">
              <a:buClr>
                <a:srgbClr val="4F81BD"/>
              </a:buClr>
              <a:buFont typeface="Wingdings" panose="05000000000000000000" pitchFamily="2" charset="2"/>
              <a:buChar char=""/>
            </a:pPr>
            <a:r>
              <a:rPr lang="it-IT" sz="1600" spc="-1" noProof="1">
                <a:solidFill>
                  <a:srgbClr val="000000"/>
                </a:solidFill>
                <a:latin typeface="Tahoma"/>
              </a:rPr>
              <a:t>Tale conclusione, che sembra restringere l’ambito applicativo della norma alle sole fattispecie di fatturazione fraudolenta, cozza con il chiaro disposto legislativo, che prescinde dalle cause oggettive o soggettive che hanno determinato la discordanza tra “realtà” e “rappresentazione documentale”: la norma prende in considerazione tutte le ipotesi di fatturazione in eccesso o di fatturazione di operazioni inesistenti, sia dovute ad errore che a frode.</a:t>
            </a:r>
            <a:endParaRPr lang="it-IT" sz="1600" spc="-1" noProof="1"/>
          </a:p>
        </p:txBody>
      </p:sp>
      <p:sp>
        <p:nvSpPr>
          <p:cNvPr id="422" name="CustomShape 3"/>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Operazioni inesistenti</a:t>
            </a:r>
            <a:endParaRPr lang="it-IT" sz="2800" spc="-1" noProof="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CustomShape 1"/>
          <p:cNvSpPr/>
          <p:nvPr/>
        </p:nvSpPr>
        <p:spPr>
          <a:xfrm>
            <a:off x="504825" y="995363"/>
            <a:ext cx="8226425" cy="5770562"/>
          </a:xfrm>
          <a:prstGeom prst="rect">
            <a:avLst/>
          </a:prstGeom>
          <a:noFill/>
          <a:ln w="25560">
            <a:noFill/>
          </a:ln>
        </p:spPr>
        <p:style>
          <a:lnRef idx="0">
            <a:scrgbClr r="0" g="0" b="0"/>
          </a:lnRef>
          <a:fillRef idx="0">
            <a:scrgbClr r="0" g="0" b="0"/>
          </a:fillRef>
          <a:effectRef idx="0">
            <a:scrgbClr r="0" g="0" b="0"/>
          </a:effectRef>
          <a:fontRef idx="minor"/>
        </p:style>
        <p:txBody>
          <a:bodyPr/>
          <a:lstStyle/>
          <a:p>
            <a:endParaRPr lang="it-IT"/>
          </a:p>
        </p:txBody>
      </p:sp>
      <p:sp>
        <p:nvSpPr>
          <p:cNvPr id="424" name="CustomShape 2"/>
          <p:cNvSpPr/>
          <p:nvPr/>
        </p:nvSpPr>
        <p:spPr>
          <a:xfrm>
            <a:off x="504825" y="1444625"/>
            <a:ext cx="8226425" cy="5411788"/>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marL="285750" indent="-283845" fontAlgn="auto">
              <a:buClr>
                <a:srgbClr val="1F497D"/>
              </a:buClr>
              <a:buFont typeface="Wingdings" panose="05000000000000000000" pitchFamily="2" charset="2"/>
              <a:buChar char=""/>
            </a:pPr>
            <a:r>
              <a:rPr lang="it-IT" sz="1600" i="1" spc="-1" noProof="1">
                <a:solidFill>
                  <a:srgbClr val="000000"/>
                </a:solidFill>
                <a:latin typeface="Tahoma"/>
              </a:rPr>
              <a:t>Ratio</a:t>
            </a:r>
            <a:r>
              <a:rPr lang="it-IT" sz="1600" spc="-1" noProof="1">
                <a:solidFill>
                  <a:srgbClr val="000000"/>
                </a:solidFill>
                <a:latin typeface="Tahoma"/>
              </a:rPr>
              <a:t> della norma:</a:t>
            </a:r>
            <a:endParaRPr lang="it-IT" sz="1600" spc="-1" noProof="1"/>
          </a:p>
          <a:p>
            <a:pPr fontAlgn="auto"/>
            <a:endParaRPr lang="it-IT" sz="1600" spc="-1" noProof="1"/>
          </a:p>
          <a:p>
            <a:pPr marL="742950" lvl="1" indent="-283845" fontAlgn="auto">
              <a:buClr>
                <a:srgbClr val="1F497D"/>
              </a:buClr>
              <a:buFont typeface="Wingdings" panose="05000000000000000000" pitchFamily="2" charset="2"/>
              <a:buChar char=""/>
            </a:pPr>
            <a:r>
              <a:rPr lang="it-IT" sz="1600" b="1" spc="-1" noProof="1">
                <a:solidFill>
                  <a:srgbClr val="000000"/>
                </a:solidFill>
                <a:latin typeface="Tahoma"/>
              </a:rPr>
              <a:t>Interpretazione </a:t>
            </a:r>
            <a:r>
              <a:rPr lang="it-IT" sz="1600" b="1" u="sng" spc="-1" noProof="1">
                <a:solidFill>
                  <a:srgbClr val="000000"/>
                </a:solidFill>
                <a:latin typeface="Tahoma"/>
              </a:rPr>
              <a:t>sanzionatoria</a:t>
            </a:r>
            <a:r>
              <a:rPr lang="it-IT" sz="1600" spc="-1" noProof="1">
                <a:solidFill>
                  <a:srgbClr val="000000"/>
                </a:solidFill>
                <a:latin typeface="Tahoma"/>
              </a:rPr>
              <a:t>: “l’imposta non è collegata ad un fatto economico, ma ad un illecito”. Questa tesi è negata dalla CGCE, anche se gli stati possono applicare sanzioni.</a:t>
            </a:r>
            <a:endParaRPr lang="it-IT" sz="1600" spc="-1" noProof="1"/>
          </a:p>
          <a:p>
            <a:pPr fontAlgn="auto"/>
            <a:endParaRPr lang="it-IT" sz="1600" spc="-1" noProof="1"/>
          </a:p>
          <a:p>
            <a:pPr marL="742950" lvl="1" indent="-283845" fontAlgn="auto">
              <a:buClr>
                <a:srgbClr val="1F497D"/>
              </a:buClr>
              <a:buFont typeface="Wingdings" panose="05000000000000000000" pitchFamily="2" charset="2"/>
              <a:buChar char=""/>
            </a:pPr>
            <a:r>
              <a:rPr lang="it-IT" sz="1600" b="1" spc="-1" noProof="1">
                <a:solidFill>
                  <a:srgbClr val="000000"/>
                </a:solidFill>
                <a:latin typeface="Tahoma"/>
              </a:rPr>
              <a:t>Interpretazione </a:t>
            </a:r>
            <a:r>
              <a:rPr lang="it-IT" sz="1600" b="1" u="sng" spc="-1" noProof="1">
                <a:solidFill>
                  <a:srgbClr val="000000"/>
                </a:solidFill>
                <a:latin typeface="Tahoma"/>
              </a:rPr>
              <a:t>cautelare</a:t>
            </a:r>
            <a:r>
              <a:rPr lang="it-IT" sz="1600" spc="-1" noProof="1">
                <a:solidFill>
                  <a:srgbClr val="000000"/>
                </a:solidFill>
                <a:latin typeface="Tahoma"/>
              </a:rPr>
              <a:t>. Il documento assume rilevanza non solo formale, ma anche sostanziale agli effetti del funzionamento del sistema, permettendo l’addebito in rivalsa e la detrazione dell’imposta addebitata. </a:t>
            </a:r>
            <a:r>
              <a:rPr lang="it-IT" sz="1600" spc="-1" noProof="1">
                <a:solidFill>
                  <a:srgbClr val="000000"/>
                </a:solidFill>
                <a:latin typeface="Tahoma"/>
                <a:ea typeface="微软雅黑"/>
              </a:rPr>
              <a:t>La norma in questione, pertanto, può essere definita come “norma di salvaguardia” dell’interesse fiscale, ovvero dell’interesse ad evitare un danno erariale determinato dalla possibilità (apparente) per il destinatario della fattura di operare la detrazione</a:t>
            </a:r>
            <a:r>
              <a:rPr lang="it-IT" sz="1600" spc="-1" noProof="1">
                <a:solidFill>
                  <a:srgbClr val="000000"/>
                </a:solidFill>
                <a:latin typeface="Tahoma"/>
              </a:rPr>
              <a:t>.</a:t>
            </a:r>
            <a:endParaRPr lang="it-IT" sz="1600" spc="-1" noProof="1"/>
          </a:p>
          <a:p>
            <a:pPr fontAlgn="auto"/>
            <a:endParaRPr lang="it-IT" sz="1600" spc="-1" noProof="1"/>
          </a:p>
          <a:p>
            <a:pPr marL="742950" lvl="1" indent="-283845" fontAlgn="auto">
              <a:buClr>
                <a:srgbClr val="1F497D"/>
              </a:buClr>
              <a:buFont typeface="Wingdings" panose="05000000000000000000" pitchFamily="2" charset="2"/>
              <a:buChar char=""/>
            </a:pPr>
            <a:r>
              <a:rPr lang="it-IT" sz="1600" b="1" spc="-1" noProof="1">
                <a:solidFill>
                  <a:srgbClr val="000000"/>
                </a:solidFill>
                <a:latin typeface="Tahoma"/>
              </a:rPr>
              <a:t>“L’apparenza documentale” </a:t>
            </a:r>
            <a:r>
              <a:rPr lang="it-IT" sz="1600" spc="-1" noProof="1">
                <a:solidFill>
                  <a:srgbClr val="000000"/>
                </a:solidFill>
                <a:latin typeface="Tahoma"/>
              </a:rPr>
              <a:t>non può prevalere, ai fini dell’applicazione dell’IVA, sulla “realtà effettuale”. Non sempre le somme dovute e le somme esigibili coincidono. Sicché, la somma eventualmente esigibile, sia pur legittimamente perché indicata in fattura, può essere maggiore di quella legalmente dovuta in base alla effettività dell’operazione sottostante: la fattura in quanto dichiarazione di scienza può essere rettificata.</a:t>
            </a:r>
            <a:endParaRPr lang="it-IT" sz="1600" spc="-1" noProof="1"/>
          </a:p>
        </p:txBody>
      </p:sp>
      <p:sp>
        <p:nvSpPr>
          <p:cNvPr id="425" name="CustomShape 3"/>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Operazioni inesistenti</a:t>
            </a:r>
            <a:endParaRPr lang="it-IT" sz="2800" spc="-1" noProof="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 name="CustomShape 1"/>
          <p:cNvSpPr/>
          <p:nvPr/>
        </p:nvSpPr>
        <p:spPr>
          <a:xfrm>
            <a:off x="488950" y="1398588"/>
            <a:ext cx="8459788" cy="5270500"/>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nchor="t"/>
          <a:lstStyle/>
          <a:p>
            <a:pPr marL="287655" indent="-285750" algn="just" fontAlgn="auto">
              <a:lnSpc>
                <a:spcPct val="90000"/>
              </a:lnSpc>
              <a:buClr>
                <a:srgbClr val="1F497D"/>
              </a:buClr>
              <a:buFont typeface="Wingdings" panose="05000000000000000000" pitchFamily="2" charset="2"/>
              <a:buChar char="v"/>
            </a:pPr>
            <a:r>
              <a:rPr lang="en-US" sz="1400" noProof="1">
                <a:latin typeface="Tahoma"/>
                <a:ea typeface="ヒラギノ角ゴ ProN W6"/>
              </a:rPr>
              <a:t>Recuperabilità dell’IVA versata in caso di insussistenza della soggettività passive.</a:t>
            </a:r>
          </a:p>
          <a:p>
            <a:pPr marL="1905" algn="just" fontAlgn="auto">
              <a:lnSpc>
                <a:spcPct val="90000"/>
              </a:lnSpc>
              <a:buClr>
                <a:srgbClr val="1F497D"/>
              </a:buClr>
            </a:pPr>
            <a:endParaRPr lang="it-IT" sz="1400" b="1" spc="-1" noProof="1">
              <a:solidFill>
                <a:srgbClr val="000000"/>
              </a:solidFill>
              <a:latin typeface="Tahoma" panose="020B0604030504040204" pitchFamily="34" charset="0"/>
              <a:ea typeface="Tahoma" panose="020B0604030504040204" pitchFamily="34" charset="0"/>
              <a:cs typeface="Tahoma" panose="020B0604030504040204" pitchFamily="34" charset="0"/>
            </a:endParaRPr>
          </a:p>
          <a:p>
            <a:pPr marL="287655" indent="-285750" algn="just" fontAlgn="auto">
              <a:lnSpc>
                <a:spcPct val="90000"/>
              </a:lnSpc>
              <a:buClr>
                <a:srgbClr val="1F497D"/>
              </a:buClr>
              <a:buFont typeface="Wingdings" panose="05000000000000000000" pitchFamily="2" charset="2"/>
              <a:buChar char="v"/>
            </a:pPr>
            <a:r>
              <a:rPr lang="it-IT" sz="1400" spc="-1" noProof="1">
                <a:solidFill>
                  <a:srgbClr val="000000"/>
                </a:solidFill>
                <a:latin typeface="Tahoma"/>
                <a:ea typeface="Tahoma"/>
                <a:cs typeface="Tahoma"/>
              </a:rPr>
              <a:t>Indetraibilità dell’IVA nel caso di inesistenza oggettiva e soggettiva dell’operazione imponibile. Tuttavia:</a:t>
            </a:r>
          </a:p>
          <a:p>
            <a:pPr marL="744855" lvl="1" indent="-285750" algn="just" fontAlgn="auto">
              <a:lnSpc>
                <a:spcPct val="90000"/>
              </a:lnSpc>
              <a:buClr>
                <a:srgbClr val="1F497D"/>
              </a:buClr>
              <a:buFont typeface="Arial" panose="020B0604020202020204" pitchFamily="34" charset="0"/>
              <a:buChar char="•"/>
            </a:pPr>
            <a:r>
              <a:rPr lang="it-IT" sz="1200" spc="-1" noProof="1">
                <a:solidFill>
                  <a:srgbClr val="000000"/>
                </a:solidFill>
                <a:latin typeface="Tahoma"/>
                <a:ea typeface="Tahoma"/>
                <a:cs typeface="Tahoma"/>
              </a:rPr>
              <a:t>Con riguardo all’inesistenza soggettiva, occorre che sia provata la </a:t>
            </a:r>
            <a:r>
              <a:rPr lang="it-IT" sz="1200" u="sng" spc="-1" noProof="1">
                <a:solidFill>
                  <a:srgbClr val="000000"/>
                </a:solidFill>
                <a:latin typeface="Tahoma"/>
                <a:ea typeface="Tahoma"/>
                <a:cs typeface="Tahoma"/>
              </a:rPr>
              <a:t>colpevolezza</a:t>
            </a:r>
            <a:r>
              <a:rPr lang="it-IT" sz="1200" spc="-1" noProof="1">
                <a:solidFill>
                  <a:srgbClr val="000000"/>
                </a:solidFill>
                <a:latin typeface="Tahoma"/>
                <a:ea typeface="Tahoma"/>
                <a:cs typeface="Tahoma"/>
              </a:rPr>
              <a:t> del cessionario di partecipare ad una frode (Cass. 30.10.2018, n. 27629, in questo senso anche CGUE, C-80/11, Mahagèben e David);</a:t>
            </a:r>
          </a:p>
          <a:p>
            <a:pPr marL="744855" lvl="1" indent="-285750" algn="just" fontAlgn="auto">
              <a:lnSpc>
                <a:spcPct val="90000"/>
              </a:lnSpc>
              <a:buClr>
                <a:srgbClr val="1F497D"/>
              </a:buClr>
              <a:buFont typeface="Arial" panose="020B0604020202020204" pitchFamily="34" charset="0"/>
              <a:buChar char="•"/>
            </a:pPr>
            <a:r>
              <a:rPr lang="it-IT" sz="1200" noProof="1">
                <a:latin typeface="Tahoma"/>
                <a:ea typeface="Tahoma"/>
                <a:cs typeface="Tahoma"/>
              </a:rPr>
              <a:t>«</a:t>
            </a:r>
            <a:r>
              <a:rPr lang="it-IT" sz="1200" i="1" noProof="1">
                <a:latin typeface="Tahoma"/>
                <a:ea typeface="Tahoma"/>
                <a:cs typeface="Tahoma"/>
              </a:rPr>
              <a:t>L’Amministrazione finanziaria, se contesta che la fatturazione attenga ad operazioni </a:t>
            </a:r>
            <a:r>
              <a:rPr lang="it-IT" sz="1200" i="1" u="sng" noProof="1">
                <a:latin typeface="Tahoma"/>
                <a:ea typeface="Tahoma"/>
                <a:cs typeface="Tahoma"/>
              </a:rPr>
              <a:t>soggettivamente inesistenti </a:t>
            </a:r>
            <a:r>
              <a:rPr lang="it-IT" sz="1200" i="1" noProof="1">
                <a:latin typeface="Tahoma"/>
                <a:ea typeface="Tahoma"/>
                <a:cs typeface="Tahoma"/>
              </a:rPr>
              <a:t>[…] ha l'onere di provare, non solo l'oggettiva fittizietà del fornitore, ma anche la </a:t>
            </a:r>
            <a:r>
              <a:rPr lang="it-IT" sz="1200" i="1" u="sng" noProof="1">
                <a:latin typeface="Tahoma"/>
                <a:ea typeface="Tahoma"/>
                <a:cs typeface="Tahoma"/>
              </a:rPr>
              <a:t>consapevolezza del destinatario che l'operazione si inseriva in una evasione dell'imposta</a:t>
            </a:r>
            <a:r>
              <a:rPr lang="it-IT" sz="1200" i="1" noProof="1">
                <a:latin typeface="Tahoma"/>
                <a:ea typeface="Tahoma"/>
                <a:cs typeface="Tahoma"/>
              </a:rPr>
              <a:t>, dimostrando, anche in via presuntiva, in base ad elementi oggettivi e specifici, </a:t>
            </a:r>
            <a:r>
              <a:rPr lang="it-IT" sz="1200" i="1" u="sng" noProof="1">
                <a:latin typeface="Tahoma"/>
                <a:ea typeface="Tahoma"/>
                <a:cs typeface="Tahoma"/>
              </a:rPr>
              <a:t>che il contribuente era a conoscenza</a:t>
            </a:r>
            <a:r>
              <a:rPr lang="it-IT" sz="1200" i="1" noProof="1">
                <a:latin typeface="Tahoma"/>
                <a:ea typeface="Tahoma"/>
                <a:cs typeface="Tahoma"/>
              </a:rPr>
              <a:t>, o avrebbe dovuto esserlo, usando l'ordinaria diligenza in ragione della qualità professionale ricoperta, </a:t>
            </a:r>
            <a:r>
              <a:rPr lang="it-IT" sz="1200" i="1" u="sng" noProof="1">
                <a:latin typeface="Tahoma"/>
                <a:ea typeface="Tahoma"/>
                <a:cs typeface="Tahoma"/>
              </a:rPr>
              <a:t>della sostanziale inesistenza del contraente</a:t>
            </a:r>
            <a:r>
              <a:rPr lang="it-IT" sz="1200" noProof="1">
                <a:latin typeface="Tahoma"/>
                <a:ea typeface="Tahoma"/>
                <a:cs typeface="Tahoma"/>
              </a:rPr>
              <a:t>» (Cass. 30.10.2018, n. 27566).</a:t>
            </a:r>
            <a:endParaRPr lang="it-IT" sz="1200" spc="-1" noProof="1">
              <a:latin typeface="Tahoma"/>
              <a:ea typeface="Tahoma"/>
              <a:cs typeface="Tahoma"/>
            </a:endParaRPr>
          </a:p>
          <a:p>
            <a:pPr algn="just" fontAlgn="auto">
              <a:lnSpc>
                <a:spcPct val="90000"/>
              </a:lnSpc>
            </a:pPr>
            <a:endParaRPr lang="it-IT" sz="1200" spc="-1" noProof="1">
              <a:latin typeface="Tahoma" panose="020B0604030504040204" pitchFamily="34" charset="0"/>
              <a:ea typeface="Tahoma" panose="020B0604030504040204" pitchFamily="34" charset="0"/>
              <a:cs typeface="Tahoma" panose="020B0604030504040204" pitchFamily="34" charset="0"/>
            </a:endParaRPr>
          </a:p>
          <a:p>
            <a:pPr marL="285750" indent="-283845" algn="just" fontAlgn="auto">
              <a:lnSpc>
                <a:spcPct val="90000"/>
              </a:lnSpc>
              <a:buClr>
                <a:srgbClr val="1F497D"/>
              </a:buClr>
              <a:buFont typeface="Wingdings" panose="05000000000000000000" pitchFamily="2" charset="2"/>
              <a:buChar char=""/>
            </a:pPr>
            <a:r>
              <a:rPr lang="it-IT" sz="1400" spc="-1" noProof="1">
                <a:solidFill>
                  <a:srgbClr val="000000"/>
                </a:solidFill>
                <a:latin typeface="Tahoma"/>
                <a:ea typeface="Tahoma"/>
                <a:cs typeface="Tahoma"/>
              </a:rPr>
              <a:t>Assenza di danno erariale quale condizione per la regolarizzazione delle fatture fittizie (v. CGUE, C-712/17, EN.SA srl): </a:t>
            </a:r>
            <a:endParaRPr lang="it-IT" sz="1400" spc="-1" noProof="1">
              <a:solidFill>
                <a:srgbClr val="000000"/>
              </a:solidFill>
              <a:latin typeface="Tahoma" panose="020B0604030504040204" pitchFamily="34" charset="0"/>
              <a:ea typeface="Tahoma" panose="020B0604030504040204" pitchFamily="34" charset="0"/>
              <a:cs typeface="Tahoma" panose="020B0604030504040204" pitchFamily="34" charset="0"/>
            </a:endParaRPr>
          </a:p>
          <a:p>
            <a:pPr marL="285750" indent="-283845" algn="just" fontAlgn="auto">
              <a:lnSpc>
                <a:spcPct val="90000"/>
              </a:lnSpc>
              <a:buClr>
                <a:srgbClr val="1F497D"/>
              </a:buClr>
              <a:buFont typeface="Wingdings" panose="05000000000000000000" pitchFamily="2" charset="2"/>
              <a:buChar char=""/>
            </a:pPr>
            <a:r>
              <a:rPr lang="it-IT" sz="1400" spc="-1" noProof="1">
                <a:solidFill>
                  <a:srgbClr val="000000"/>
                </a:solidFill>
                <a:latin typeface="Tahoma"/>
                <a:ea typeface="Tahoma"/>
                <a:cs typeface="Tahoma"/>
              </a:rPr>
              <a:t>mancato esercizio della detrazione, </a:t>
            </a:r>
            <a:endParaRPr lang="it-IT" sz="1400" spc="-1" noProof="1">
              <a:latin typeface="Tahoma" panose="020B0604030504040204" pitchFamily="34" charset="0"/>
              <a:ea typeface="Tahoma" panose="020B0604030504040204" pitchFamily="34" charset="0"/>
              <a:cs typeface="Tahoma" panose="020B0604030504040204" pitchFamily="34" charset="0"/>
            </a:endParaRPr>
          </a:p>
          <a:p>
            <a:pPr marL="744855" lvl="1" indent="-285750" algn="just" fontAlgn="auto">
              <a:lnSpc>
                <a:spcPct val="90000"/>
              </a:lnSpc>
              <a:buClr>
                <a:srgbClr val="1F497D"/>
              </a:buClr>
              <a:buFont typeface="Arial" panose="020B0604020202020204" pitchFamily="34" charset="0"/>
              <a:buChar char="•"/>
            </a:pPr>
            <a:r>
              <a:rPr lang="it-IT" sz="1400" spc="-1" noProof="1">
                <a:solidFill>
                  <a:srgbClr val="000000"/>
                </a:solidFill>
                <a:latin typeface="Tahoma"/>
                <a:ea typeface="Tahoma"/>
                <a:cs typeface="Tahoma"/>
              </a:rPr>
              <a:t>versamento dell’imposta,</a:t>
            </a:r>
            <a:endParaRPr lang="it-IT" sz="1400" spc="-1" noProof="1">
              <a:latin typeface="Tahoma"/>
              <a:ea typeface="Tahoma"/>
              <a:cs typeface="Tahoma"/>
            </a:endParaRPr>
          </a:p>
          <a:p>
            <a:pPr marL="744855" lvl="1" indent="-285750" algn="just" fontAlgn="auto">
              <a:lnSpc>
                <a:spcPct val="90000"/>
              </a:lnSpc>
              <a:buClr>
                <a:srgbClr val="1F497D"/>
              </a:buClr>
              <a:buFont typeface="Arial" panose="020B0604020202020204" pitchFamily="34" charset="0"/>
              <a:buChar char="•"/>
            </a:pPr>
            <a:r>
              <a:rPr lang="it-IT" sz="1400" spc="-1" noProof="1">
                <a:solidFill>
                  <a:srgbClr val="000000"/>
                </a:solidFill>
                <a:latin typeface="Tahoma"/>
                <a:ea typeface="Tahoma"/>
                <a:cs typeface="Tahoma"/>
              </a:rPr>
              <a:t>recupero dell’IVA detratta in capo al cessionario.</a:t>
            </a:r>
            <a:endParaRPr lang="it-IT" sz="1400" spc="-1" noProof="1">
              <a:latin typeface="Tahoma"/>
              <a:ea typeface="Tahoma"/>
              <a:cs typeface="Tahoma"/>
            </a:endParaRPr>
          </a:p>
          <a:p>
            <a:pPr fontAlgn="auto">
              <a:lnSpc>
                <a:spcPct val="90000"/>
              </a:lnSpc>
            </a:pPr>
            <a:endParaRPr lang="it-IT" sz="1400" spc="-1" noProof="1">
              <a:latin typeface="Tahoma" panose="020B0604030504040204" pitchFamily="34" charset="0"/>
              <a:ea typeface="Tahoma" panose="020B0604030504040204" pitchFamily="34" charset="0"/>
              <a:cs typeface="Tahoma" panose="020B0604030504040204" pitchFamily="34" charset="0"/>
            </a:endParaRPr>
          </a:p>
          <a:p>
            <a:pPr marL="285750" indent="-283845" algn="just" fontAlgn="auto">
              <a:lnSpc>
                <a:spcPct val="90000"/>
              </a:lnSpc>
              <a:buClr>
                <a:srgbClr val="1F497D"/>
              </a:buClr>
              <a:buFont typeface="Wingdings" panose="05000000000000000000" pitchFamily="2" charset="2"/>
              <a:buChar char=""/>
            </a:pPr>
            <a:r>
              <a:rPr lang="it-IT" sz="1400" spc="-1" noProof="1">
                <a:solidFill>
                  <a:srgbClr val="000000"/>
                </a:solidFill>
                <a:latin typeface="Tahoma"/>
                <a:ea typeface="Tahoma"/>
                <a:cs typeface="Tahoma"/>
              </a:rPr>
              <a:t>Le modalità per la regolarizzazione delle fatture fittizie: </a:t>
            </a:r>
            <a:endParaRPr lang="it-IT" sz="1400" spc="-1" noProof="1">
              <a:latin typeface="Tahoma" panose="020B0604030504040204" pitchFamily="34" charset="0"/>
              <a:ea typeface="Tahoma" panose="020B0604030504040204" pitchFamily="34" charset="0"/>
              <a:cs typeface="Tahoma" panose="020B0604030504040204" pitchFamily="34" charset="0"/>
            </a:endParaRPr>
          </a:p>
          <a:p>
            <a:pPr marL="744855" lvl="1" indent="-285750" algn="just" fontAlgn="auto">
              <a:lnSpc>
                <a:spcPct val="90000"/>
              </a:lnSpc>
              <a:buClr>
                <a:srgbClr val="1F497D"/>
              </a:buClr>
              <a:buFont typeface="Arial" panose="020B0604020202020204" pitchFamily="34" charset="0"/>
              <a:buChar char="•"/>
            </a:pPr>
            <a:r>
              <a:rPr lang="it-IT" sz="1400" spc="-1" noProof="1">
                <a:solidFill>
                  <a:srgbClr val="000000"/>
                </a:solidFill>
                <a:latin typeface="Tahoma"/>
                <a:ea typeface="Tahoma"/>
                <a:cs typeface="Tahoma"/>
              </a:rPr>
              <a:t>variazioni in diminuzione;</a:t>
            </a:r>
          </a:p>
          <a:p>
            <a:pPr marL="744855" lvl="1" indent="-285750" algn="just" fontAlgn="auto">
              <a:lnSpc>
                <a:spcPct val="90000"/>
              </a:lnSpc>
              <a:buClr>
                <a:srgbClr val="1F497D"/>
              </a:buClr>
              <a:buFont typeface="Arial" panose="020B0604020202020204" pitchFamily="34" charset="0"/>
              <a:buChar char="•"/>
            </a:pPr>
            <a:r>
              <a:rPr lang="it-IT" sz="1400" spc="-1" noProof="1">
                <a:solidFill>
                  <a:srgbClr val="000000"/>
                </a:solidFill>
                <a:latin typeface="Tahoma"/>
                <a:ea typeface="Tahoma"/>
                <a:cs typeface="Tahoma"/>
              </a:rPr>
              <a:t>istanza di rimborso.</a:t>
            </a:r>
          </a:p>
          <a:p>
            <a:pPr marL="1905" algn="just" fontAlgn="auto">
              <a:lnSpc>
                <a:spcPct val="90000"/>
              </a:lnSpc>
              <a:buClr>
                <a:srgbClr val="1F497D"/>
              </a:buClr>
            </a:pPr>
            <a:endParaRPr lang="it-IT" sz="1400" spc="-1" noProof="1">
              <a:solidFill>
                <a:srgbClr val="000000"/>
              </a:solidFill>
              <a:latin typeface="Tahoma" panose="020B0604030504040204" pitchFamily="34" charset="0"/>
              <a:ea typeface="Tahoma" panose="020B0604030504040204" pitchFamily="34" charset="0"/>
              <a:cs typeface="Tahoma" panose="020B0604030504040204" pitchFamily="34" charset="0"/>
            </a:endParaRPr>
          </a:p>
          <a:p>
            <a:pPr marL="287655" indent="-285750" algn="just" fontAlgn="auto">
              <a:lnSpc>
                <a:spcPct val="90000"/>
              </a:lnSpc>
              <a:buClr>
                <a:srgbClr val="1F497D"/>
              </a:buClr>
              <a:buFont typeface="Wingdings" panose="05000000000000000000" pitchFamily="2" charset="2"/>
              <a:buChar char="v"/>
            </a:pPr>
            <a:r>
              <a:rPr lang="it-IT" sz="1400" spc="-1" noProof="1">
                <a:solidFill>
                  <a:srgbClr val="000000"/>
                </a:solidFill>
                <a:latin typeface="Tahoma"/>
                <a:ea typeface="Tahoma"/>
                <a:cs typeface="Tahoma"/>
              </a:rPr>
              <a:t>Indeducibilità del costo ai fini delle II.RR. Tuttavia:</a:t>
            </a:r>
          </a:p>
          <a:p>
            <a:pPr marL="744855" lvl="1" indent="-285750" algn="just" fontAlgn="auto">
              <a:lnSpc>
                <a:spcPct val="90000"/>
              </a:lnSpc>
              <a:buClr>
                <a:srgbClr val="1F497D"/>
              </a:buClr>
              <a:buFont typeface="Arial" panose="020B0604020202020204" pitchFamily="34" charset="0"/>
              <a:buChar char="•"/>
            </a:pPr>
            <a:r>
              <a:rPr lang="it-IT" sz="1400" spc="-1" noProof="1">
                <a:solidFill>
                  <a:srgbClr val="000000"/>
                </a:solidFill>
                <a:latin typeface="Tahoma"/>
                <a:ea typeface="Tahoma"/>
                <a:cs typeface="Tahoma"/>
              </a:rPr>
              <a:t>In caso di operazioni soggettivamente inesistenti la giurisprudenza prevalente ritiene deducibile il costo (v. Cass. Ord. 29.08.2018, n. 21308) (art. 8 DL 16/2012).</a:t>
            </a:r>
            <a:endParaRPr lang="it-IT" sz="1400" spc="-1" noProof="1">
              <a:solidFill>
                <a:srgbClr val="000000"/>
              </a:solidFill>
              <a:latin typeface="Tahoma" panose="020B0604030504040204" pitchFamily="34" charset="0"/>
              <a:ea typeface="Tahoma" panose="020B0604030504040204" pitchFamily="34" charset="0"/>
              <a:cs typeface="Tahoma" panose="020B0604030504040204" pitchFamily="34" charset="0"/>
            </a:endParaRPr>
          </a:p>
        </p:txBody>
      </p:sp>
      <p:sp>
        <p:nvSpPr>
          <p:cNvPr id="427"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Prevalenza del profilo sostanziale - conseguenze</a:t>
            </a:r>
            <a:endParaRPr lang="it-IT" sz="2800" spc="-1" noProof="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CustomShape 1"/>
          <p:cNvSpPr/>
          <p:nvPr/>
        </p:nvSpPr>
        <p:spPr>
          <a:xfrm>
            <a:off x="827088" y="1771650"/>
            <a:ext cx="7415212" cy="3186113"/>
          </a:xfrm>
          <a:prstGeom prst="rect">
            <a:avLst/>
          </a:prstGeom>
          <a:noFill/>
          <a:ln>
            <a:noFill/>
          </a:ln>
        </p:spPr>
        <p:style>
          <a:lnRef idx="0">
            <a:scrgbClr r="0" g="0" b="0"/>
          </a:lnRef>
          <a:fillRef idx="0">
            <a:scrgbClr r="0" g="0" b="0"/>
          </a:fillRef>
          <a:effectRef idx="0">
            <a:scrgbClr r="0" g="0" b="0"/>
          </a:effectRef>
          <a:fontRef idx="minor"/>
        </p:style>
        <p:txBody>
          <a:bodyPr lIns="38160" tIns="38160" rIns="38160" bIns="38160" anchorCtr="1"/>
          <a:lstStyle/>
          <a:p>
            <a:pPr algn="ctr" fontAlgn="auto"/>
            <a:endParaRPr lang="it-IT" spc="-1" noProof="1"/>
          </a:p>
          <a:p>
            <a:pPr algn="ctr" fontAlgn="auto"/>
            <a:endParaRPr lang="it-IT" spc="-1" noProof="1"/>
          </a:p>
          <a:p>
            <a:pPr algn="ctr" fontAlgn="auto"/>
            <a:r>
              <a:rPr lang="it-IT" sz="4400" b="1" spc="-1" noProof="1">
                <a:solidFill>
                  <a:srgbClr val="336699"/>
                </a:solidFill>
                <a:latin typeface="Tahoma"/>
                <a:ea typeface="Tahoma"/>
              </a:rPr>
              <a:t>Sentenze</a:t>
            </a:r>
            <a:br>
              <a:rPr lang="it-IT" sz="4400" b="1" spc="-1" noProof="1">
                <a:solidFill>
                  <a:srgbClr val="336699"/>
                </a:solidFill>
                <a:latin typeface="Tahoma"/>
                <a:ea typeface="Tahoma"/>
              </a:rPr>
            </a:br>
            <a:r>
              <a:rPr lang="it-IT" sz="4400" b="1" spc="-1" noProof="1">
                <a:solidFill>
                  <a:srgbClr val="336699"/>
                </a:solidFill>
                <a:latin typeface="Tahoma"/>
                <a:ea typeface="Tahoma"/>
              </a:rPr>
              <a:t>Corte di Giustizia</a:t>
            </a:r>
            <a:endParaRPr lang="it-IT" sz="4400" spc="-1" noProof="1"/>
          </a:p>
        </p:txBody>
      </p:sp>
      <p:sp>
        <p:nvSpPr>
          <p:cNvPr id="3" name="CasellaDiTesto 2">
            <a:extLst>
              <a:ext uri="{FF2B5EF4-FFF2-40B4-BE49-F238E27FC236}">
                <a16:creationId xmlns:a16="http://schemas.microsoft.com/office/drawing/2014/main" id="{A99369B6-5ADF-5A0B-4E11-DF394D2203C6}"/>
              </a:ext>
            </a:extLst>
          </p:cNvPr>
          <p:cNvSpPr txBox="1"/>
          <p:nvPr/>
        </p:nvSpPr>
        <p:spPr>
          <a:xfrm>
            <a:off x="632610" y="4372988"/>
            <a:ext cx="8228012" cy="1077218"/>
          </a:xfrm>
          <a:prstGeom prst="rect">
            <a:avLst/>
          </a:prstGeom>
          <a:solidFill>
            <a:schemeClr val="accent6">
              <a:lumMod val="20000"/>
              <a:lumOff val="80000"/>
            </a:schemeClr>
          </a:solidFill>
        </p:spPr>
        <p:txBody>
          <a:bodyPr wrap="square">
            <a:spAutoFit/>
          </a:bodyPr>
          <a:lstStyle/>
          <a:p>
            <a:pPr algn="ctr"/>
            <a:endParaRPr lang="it-IT" sz="1600" b="0" i="1" dirty="0">
              <a:solidFill>
                <a:srgbClr val="000000"/>
              </a:solidFill>
              <a:effectLst/>
              <a:latin typeface="Segoe UI" panose="020B0502040204020203" pitchFamily="34" charset="0"/>
              <a:cs typeface="Segoe UI" panose="020B0502040204020203" pitchFamily="34" charset="0"/>
            </a:endParaRPr>
          </a:p>
          <a:p>
            <a:pPr algn="ctr"/>
            <a:r>
              <a:rPr lang="it-IT" sz="1600" b="0" i="1" dirty="0">
                <a:solidFill>
                  <a:srgbClr val="000000"/>
                </a:solidFill>
                <a:effectLst/>
                <a:latin typeface="Segoe UI" panose="020B0502040204020203" pitchFamily="34" charset="0"/>
                <a:cs typeface="Segoe UI" panose="020B0502040204020203" pitchFamily="34" charset="0"/>
              </a:rPr>
              <a:t>La normativa in materia di IVA è un settore giuridico insidioso per i soggetti passivi.</a:t>
            </a:r>
          </a:p>
          <a:p>
            <a:pPr algn="ctr"/>
            <a:r>
              <a:rPr lang="it-IT" sz="1600" b="1" i="1" dirty="0">
                <a:solidFill>
                  <a:srgbClr val="000000"/>
                </a:solidFill>
                <a:effectLst/>
                <a:latin typeface="Segoe UI" panose="020B0502040204020203" pitchFamily="34" charset="0"/>
                <a:cs typeface="Segoe UI" panose="020B0502040204020203" pitchFamily="34" charset="0"/>
                <a:hlinkClick r:id="rId2"/>
              </a:rPr>
              <a:t>Conclusioni dell’</a:t>
            </a:r>
            <a:r>
              <a:rPr lang="it-IT" sz="1600" b="1" i="1" dirty="0">
                <a:solidFill>
                  <a:srgbClr val="000000"/>
                </a:solidFill>
                <a:latin typeface="Segoe UI" panose="020B0502040204020203" pitchFamily="34" charset="0"/>
                <a:cs typeface="Segoe UI" panose="020B0502040204020203" pitchFamily="34" charset="0"/>
                <a:hlinkClick r:id="rId2"/>
              </a:rPr>
              <a:t>avvocato generale</a:t>
            </a:r>
            <a:r>
              <a:rPr lang="it-IT" sz="1600" b="1" i="1" dirty="0">
                <a:solidFill>
                  <a:srgbClr val="000000"/>
                </a:solidFill>
                <a:latin typeface="Segoe UI" panose="020B0502040204020203" pitchFamily="34" charset="0"/>
                <a:cs typeface="Segoe UI" panose="020B0502040204020203" pitchFamily="34" charset="0"/>
              </a:rPr>
              <a:t>, </a:t>
            </a:r>
            <a:r>
              <a:rPr lang="it-IT" sz="1600" b="1" i="1" dirty="0" err="1">
                <a:solidFill>
                  <a:srgbClr val="000000"/>
                </a:solidFill>
                <a:effectLst/>
                <a:latin typeface="Segoe UI" panose="020B0502040204020203" pitchFamily="34" charset="0"/>
                <a:cs typeface="Segoe UI" panose="020B0502040204020203" pitchFamily="34" charset="0"/>
              </a:rPr>
              <a:t>G.Kokott</a:t>
            </a:r>
            <a:r>
              <a:rPr lang="it-IT" sz="1600" b="1" i="1" dirty="0">
                <a:solidFill>
                  <a:srgbClr val="000000"/>
                </a:solidFill>
                <a:effectLst/>
                <a:latin typeface="Segoe UI" panose="020B0502040204020203" pitchFamily="34" charset="0"/>
                <a:cs typeface="Segoe UI" panose="020B0502040204020203" pitchFamily="34" charset="0"/>
              </a:rPr>
              <a:t>, 8.9.2022, C-378/21</a:t>
            </a:r>
          </a:p>
          <a:p>
            <a:pPr algn="ctr"/>
            <a:endParaRPr lang="it-IT" sz="1600" b="1" i="1" dirty="0">
              <a:latin typeface="Segoe UI" panose="020B0502040204020203" pitchFamily="34" charset="0"/>
              <a:cs typeface="Segoe UI" panose="020B0502040204020203"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951927D82004E4AAFD54DD5590269AD" ma:contentTypeVersion="21" ma:contentTypeDescription="Creare un nuovo documento." ma:contentTypeScope="" ma:versionID="49a04186c8bf87bbe7b12ef054f878f7">
  <xsd:schema xmlns:xsd="http://www.w3.org/2001/XMLSchema" xmlns:xs="http://www.w3.org/2001/XMLSchema" xmlns:p="http://schemas.microsoft.com/office/2006/metadata/properties" xmlns:ns2="956cd894-b996-4c11-b5f1-5e0de6e60782" xmlns:ns3="e6a95ae9-6f37-4005-b57e-bfea1e9f778e" targetNamespace="http://schemas.microsoft.com/office/2006/metadata/properties" ma:root="true" ma:fieldsID="cc0895b9788b6164bb26ddb9145374ef" ns2:_="" ns3:_="">
    <xsd:import namespace="956cd894-b996-4c11-b5f1-5e0de6e60782"/>
    <xsd:import namespace="e6a95ae9-6f37-4005-b57e-bfea1e9f778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Tipologia" minOccurs="0"/>
                <xsd:element ref="ns2:MediaServiceAutoKeyPoints" minOccurs="0"/>
                <xsd:element ref="ns2:MediaServiceKeyPoints"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6cd894-b996-4c11-b5f1-5e0de6e607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description=""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Tipologia" ma:index="17" nillable="true" ma:displayName="Tipologia" ma:internalName="Tipologia">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Tag immagine" ma:readOnly="false" ma:fieldId="{5cf76f15-5ced-4ddc-b409-7134ff3c332f}" ma:taxonomyMulti="true" ma:sspId="550eb1d7-83b1-415e-a69d-b2abb216702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6a95ae9-6f37-4005-b57e-bfea1e9f778e" elementFormDefault="qualified">
    <xsd:import namespace="http://schemas.microsoft.com/office/2006/documentManagement/types"/>
    <xsd:import namespace="http://schemas.microsoft.com/office/infopath/2007/PartnerControls"/>
    <xsd:element name="SharedWithUsers" ma:index="15"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Condiviso con dettagli" ma:internalName="SharedWithDetails" ma:readOnly="true">
      <xsd:simpleType>
        <xsd:restriction base="dms:Note">
          <xsd:maxLength value="255"/>
        </xsd:restriction>
      </xsd:simpleType>
    </xsd:element>
    <xsd:element name="TaxCatchAll" ma:index="24" nillable="true" ma:displayName="Taxonomy Catch All Column" ma:hidden="true" ma:list="{2423b142-971c-4e80-a347-cc3fe39bc47e}" ma:internalName="TaxCatchAll" ma:showField="CatchAllData" ma:web="e6a95ae9-6f37-4005-b57e-bfea1e9f77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ipologia xmlns="956cd894-b996-4c11-b5f1-5e0de6e60782" xsi:nil="true"/>
    <lcf76f155ced4ddcb4097134ff3c332f xmlns="956cd894-b996-4c11-b5f1-5e0de6e60782">
      <Terms xmlns="http://schemas.microsoft.com/office/infopath/2007/PartnerControls"/>
    </lcf76f155ced4ddcb4097134ff3c332f>
    <TaxCatchAll xmlns="e6a95ae9-6f37-4005-b57e-bfea1e9f778e" xsi:nil="true"/>
  </documentManagement>
</p:properties>
</file>

<file path=customXml/itemProps1.xml><?xml version="1.0" encoding="utf-8"?>
<ds:datastoreItem xmlns:ds="http://schemas.openxmlformats.org/officeDocument/2006/customXml" ds:itemID="{16D1179B-7D75-4F11-8130-0260C8A4DB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6cd894-b996-4c11-b5f1-5e0de6e60782"/>
    <ds:schemaRef ds:uri="e6a95ae9-6f37-4005-b57e-bfea1e9f77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33A78F5-9AEC-4886-9929-683BFF2617AA}">
  <ds:schemaRefs>
    <ds:schemaRef ds:uri="http://schemas.microsoft.com/sharepoint/v3/contenttype/forms"/>
  </ds:schemaRefs>
</ds:datastoreItem>
</file>

<file path=customXml/itemProps3.xml><?xml version="1.0" encoding="utf-8"?>
<ds:datastoreItem xmlns:ds="http://schemas.openxmlformats.org/officeDocument/2006/customXml" ds:itemID="{B1ACC5DF-817F-4AA8-89E7-DF858E413116}">
  <ds:schemaRefs>
    <ds:schemaRef ds:uri="http://schemas.microsoft.com/office/2006/metadata/properties"/>
    <ds:schemaRef ds:uri="http://schemas.microsoft.com/office/infopath/2007/PartnerControls"/>
    <ds:schemaRef ds:uri="956cd894-b996-4c11-b5f1-5e0de6e60782"/>
    <ds:schemaRef ds:uri="e6a95ae9-6f37-4005-b57e-bfea1e9f778e"/>
  </ds:schemaRefs>
</ds:datastoreItem>
</file>

<file path=docProps/app.xml><?xml version="1.0" encoding="utf-8"?>
<Properties xmlns="http://schemas.openxmlformats.org/officeDocument/2006/extended-properties" xmlns:vt="http://schemas.openxmlformats.org/officeDocument/2006/docPropsVTypes">
  <TotalTime>83</TotalTime>
  <Words>1117</Words>
  <Application>Microsoft Office PowerPoint</Application>
  <PresentationFormat>Presentazione su schermo (4:3)</PresentationFormat>
  <Paragraphs>79</Paragraphs>
  <Slides>8</Slides>
  <Notes>1</Notes>
  <HiddenSlides>0</HiddenSlides>
  <MMClips>0</MMClips>
  <ScaleCrop>false</ScaleCrop>
  <HeadingPairs>
    <vt:vector size="6" baseType="variant">
      <vt:variant>
        <vt:lpstr>Caratteri utilizzati</vt:lpstr>
      </vt:variant>
      <vt:variant>
        <vt:i4>7</vt:i4>
      </vt:variant>
      <vt:variant>
        <vt:lpstr>Tema</vt:lpstr>
      </vt:variant>
      <vt:variant>
        <vt:i4>2</vt:i4>
      </vt:variant>
      <vt:variant>
        <vt:lpstr>Titoli diapositive</vt:lpstr>
      </vt:variant>
      <vt:variant>
        <vt:i4>8</vt:i4>
      </vt:variant>
    </vt:vector>
  </HeadingPairs>
  <TitlesOfParts>
    <vt:vector size="17" baseType="lpstr">
      <vt:lpstr>Arial</vt:lpstr>
      <vt:lpstr>Calibri</vt:lpstr>
      <vt:lpstr>Segoe UI</vt:lpstr>
      <vt:lpstr>Tahoma</vt:lpstr>
      <vt:lpstr>Times New Roman</vt:lpstr>
      <vt:lpstr>Ubuntu</vt:lpstr>
      <vt:lpstr>Wingdings</vt:lpstr>
      <vt:lpstr>Office Theme</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
  <cp:lastModifiedBy>Luca Bonfanti</cp:lastModifiedBy>
  <cp:revision>449</cp:revision>
  <dcterms:created xsi:type="dcterms:W3CDTF">2023-06-14T10:25:50Z</dcterms:created>
  <dcterms:modified xsi:type="dcterms:W3CDTF">2026-06-26T10:01:07Z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r8>0</vt:r8>
  </property>
  <property fmtid="{D5CDD505-2E9C-101B-9397-08002B2CF9AE}" pid="4" name="HyperlinksChanged">
    <vt:bool>false</vt:bool>
  </property>
  <property fmtid="{D5CDD505-2E9C-101B-9397-08002B2CF9AE}" pid="5" name="LinksUpToDate">
    <vt:bool>false</vt:bool>
  </property>
  <property fmtid="{D5CDD505-2E9C-101B-9397-08002B2CF9AE}" pid="6" name="MMClips">
    <vt:r8>0</vt:r8>
  </property>
  <property fmtid="{D5CDD505-2E9C-101B-9397-08002B2CF9AE}" pid="7" name="Notes">
    <vt:r8>30</vt:r8>
  </property>
  <property fmtid="{D5CDD505-2E9C-101B-9397-08002B2CF9AE}" pid="8" name="PresentationFormat">
    <vt:lpwstr>Presentazione su schermo (4:3)</vt:lpwstr>
  </property>
  <property fmtid="{D5CDD505-2E9C-101B-9397-08002B2CF9AE}" pid="9" name="ScaleCrop">
    <vt:bool>false</vt:bool>
  </property>
  <property fmtid="{D5CDD505-2E9C-101B-9397-08002B2CF9AE}" pid="10" name="ShareDoc">
    <vt:bool>false</vt:bool>
  </property>
  <property fmtid="{D5CDD505-2E9C-101B-9397-08002B2CF9AE}" pid="11" name="Slides">
    <vt:r8>86</vt:r8>
  </property>
  <property fmtid="{D5CDD505-2E9C-101B-9397-08002B2CF9AE}" pid="12" name="KSOProductBuildVer">
    <vt:lpwstr>1033-11.1.0.9505</vt:lpwstr>
  </property>
  <property fmtid="{D5CDD505-2E9C-101B-9397-08002B2CF9AE}" pid="13" name="Order">
    <vt:lpwstr>15400.0000000000</vt:lpwstr>
  </property>
  <property fmtid="{D5CDD505-2E9C-101B-9397-08002B2CF9AE}" pid="14" name="ContentTypeId">
    <vt:lpwstr>0x0101001951927D82004E4AAFD54DD5590269AD</vt:lpwstr>
  </property>
  <property fmtid="{D5CDD505-2E9C-101B-9397-08002B2CF9AE}" pid="15" name="MediaServiceImageTags">
    <vt:lpwstr/>
  </property>
</Properties>
</file>