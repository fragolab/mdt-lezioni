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  <p:sldMasterId id="2147483672" r:id="rId4"/>
    <p:sldMasterId id="2147483696" r:id="rId5"/>
  </p:sldMasterIdLst>
  <p:notesMasterIdLst>
    <p:notesMasterId r:id="rId34"/>
  </p:notesMasterIdLst>
  <p:handoutMasterIdLst>
    <p:handoutMasterId r:id="rId35"/>
  </p:handoutMasterIdLst>
  <p:sldIdLst>
    <p:sldId id="303" r:id="rId6"/>
    <p:sldId id="259" r:id="rId7"/>
    <p:sldId id="262" r:id="rId8"/>
    <p:sldId id="260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7" r:id="rId29"/>
    <p:sldId id="288" r:id="rId30"/>
    <p:sldId id="290" r:id="rId31"/>
    <p:sldId id="291" r:id="rId32"/>
    <p:sldId id="286" r:id="rId33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D8A915"/>
    <a:srgbClr val="FF0000"/>
    <a:srgbClr val="00609D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21812-7A4B-49BC-B66D-B8462259B508}" v="14" dt="2026-04-28T10:50:58.623"/>
    <p1510:client id="{BEAE1821-5435-40F4-932B-08D9A6F382D6}" v="2" dt="2026-04-29T07:11:24.19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915" autoAdjust="0"/>
    <p:restoredTop sz="86441" autoAdjust="0"/>
  </p:normalViewPr>
  <p:slideViewPr>
    <p:cSldViewPr>
      <p:cViewPr varScale="1">
        <p:scale>
          <a:sx n="92" d="100"/>
          <a:sy n="92" d="100"/>
        </p:scale>
        <p:origin x="1674" y="84"/>
      </p:cViewPr>
      <p:guideLst>
        <p:guide orient="horz" pos="2160"/>
        <p:guide pos="288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Bonfanti" userId="c30ac399-0397-4b02-b9ad-714907a1cb7e" providerId="ADAL" clId="{AE5FC6BA-E2F5-4FA6-9481-3C093B3FB630}"/>
    <pc:docChg chg="undo redo custSel addSld delSld modSld sldOrd modMainMaster modNotesMaster">
      <pc:chgData name="Luca Bonfanti" userId="c30ac399-0397-4b02-b9ad-714907a1cb7e" providerId="ADAL" clId="{AE5FC6BA-E2F5-4FA6-9481-3C093B3FB630}" dt="2026-04-28T12:07:56.077" v="1329" actId="47"/>
      <pc:docMkLst>
        <pc:docMk/>
      </pc:docMkLst>
      <pc:sldChg chg="modSp add mod">
        <pc:chgData name="Luca Bonfanti" userId="c30ac399-0397-4b02-b9ad-714907a1cb7e" providerId="ADAL" clId="{AE5FC6BA-E2F5-4FA6-9481-3C093B3FB630}" dt="2026-04-21T14:18:06.822" v="92" actId="403"/>
        <pc:sldMkLst>
          <pc:docMk/>
          <pc:sldMk cId="3693978099" sldId="259"/>
        </pc:sldMkLst>
        <pc:spChg chg="mod">
          <ac:chgData name="Luca Bonfanti" userId="c30ac399-0397-4b02-b9ad-714907a1cb7e" providerId="ADAL" clId="{AE5FC6BA-E2F5-4FA6-9481-3C093B3FB630}" dt="2026-04-21T14:17:04.407" v="71" actId="6549"/>
          <ac:spMkLst>
            <pc:docMk/>
            <pc:sldMk cId="3693978099" sldId="259"/>
            <ac:spMk id="2" creationId="{13570699-E411-D947-0BE3-2084ED1968C9}"/>
          </ac:spMkLst>
        </pc:spChg>
        <pc:spChg chg="mod">
          <ac:chgData name="Luca Bonfanti" userId="c30ac399-0397-4b02-b9ad-714907a1cb7e" providerId="ADAL" clId="{AE5FC6BA-E2F5-4FA6-9481-3C093B3FB630}" dt="2026-04-21T14:18:06.822" v="92" actId="403"/>
          <ac:spMkLst>
            <pc:docMk/>
            <pc:sldMk cId="3693978099" sldId="259"/>
            <ac:spMk id="3" creationId="{12C7BBD8-6661-D30D-7652-999877FF00C3}"/>
          </ac:spMkLst>
        </pc:spChg>
      </pc:sldChg>
      <pc:sldChg chg="modSp add mod ord">
        <pc:chgData name="Luca Bonfanti" userId="c30ac399-0397-4b02-b9ad-714907a1cb7e" providerId="ADAL" clId="{AE5FC6BA-E2F5-4FA6-9481-3C093B3FB630}" dt="2026-04-28T07:41:08.080" v="975" actId="6549"/>
        <pc:sldMkLst>
          <pc:docMk/>
          <pc:sldMk cId="2710308694" sldId="260"/>
        </pc:sldMkLst>
        <pc:spChg chg="mod">
          <ac:chgData name="Luca Bonfanti" userId="c30ac399-0397-4b02-b9ad-714907a1cb7e" providerId="ADAL" clId="{AE5FC6BA-E2F5-4FA6-9481-3C093B3FB630}" dt="2026-04-22T10:31:02.434" v="200" actId="404"/>
          <ac:spMkLst>
            <pc:docMk/>
            <pc:sldMk cId="2710308694" sldId="260"/>
            <ac:spMk id="2" creationId="{4B967F1B-D54A-1944-6667-9326ECAE0245}"/>
          </ac:spMkLst>
        </pc:spChg>
        <pc:spChg chg="mod">
          <ac:chgData name="Luca Bonfanti" userId="c30ac399-0397-4b02-b9ad-714907a1cb7e" providerId="ADAL" clId="{AE5FC6BA-E2F5-4FA6-9481-3C093B3FB630}" dt="2026-04-28T07:41:08.080" v="975" actId="6549"/>
          <ac:spMkLst>
            <pc:docMk/>
            <pc:sldMk cId="2710308694" sldId="260"/>
            <ac:spMk id="3" creationId="{56A82510-CF46-6F9E-B611-BC74D2454615}"/>
          </ac:spMkLst>
        </pc:spChg>
      </pc:sldChg>
      <pc:sldChg chg="addSp delSp modSp add del mod ord">
        <pc:chgData name="Luca Bonfanti" userId="c30ac399-0397-4b02-b9ad-714907a1cb7e" providerId="ADAL" clId="{AE5FC6BA-E2F5-4FA6-9481-3C093B3FB630}" dt="2026-04-22T11:46:56.364" v="572"/>
        <pc:sldMkLst>
          <pc:docMk/>
          <pc:sldMk cId="2199252416" sldId="262"/>
        </pc:sldMkLst>
        <pc:spChg chg="mod">
          <ac:chgData name="Luca Bonfanti" userId="c30ac399-0397-4b02-b9ad-714907a1cb7e" providerId="ADAL" clId="{AE5FC6BA-E2F5-4FA6-9481-3C093B3FB630}" dt="2026-04-22T10:30:55.571" v="199" actId="20577"/>
          <ac:spMkLst>
            <pc:docMk/>
            <pc:sldMk cId="2199252416" sldId="262"/>
            <ac:spMk id="2" creationId="{1C80AF41-69F9-D850-D587-9D5EEA6D001E}"/>
          </ac:spMkLst>
        </pc:spChg>
        <pc:spChg chg="add mod">
          <ac:chgData name="Luca Bonfanti" userId="c30ac399-0397-4b02-b9ad-714907a1cb7e" providerId="ADAL" clId="{AE5FC6BA-E2F5-4FA6-9481-3C093B3FB630}" dt="2026-04-22T11:35:54.501" v="358"/>
          <ac:spMkLst>
            <pc:docMk/>
            <pc:sldMk cId="2199252416" sldId="262"/>
            <ac:spMk id="6" creationId="{DB5B3C49-F574-5CF2-9C57-A4D246010F75}"/>
          </ac:spMkLst>
        </pc:spChg>
        <pc:graphicFrameChg chg="add del mod modGraphic">
          <ac:chgData name="Luca Bonfanti" userId="c30ac399-0397-4b02-b9ad-714907a1cb7e" providerId="ADAL" clId="{AE5FC6BA-E2F5-4FA6-9481-3C093B3FB630}" dt="2026-04-22T11:38:56.893" v="510" actId="1076"/>
          <ac:graphicFrameMkLst>
            <pc:docMk/>
            <pc:sldMk cId="2199252416" sldId="262"/>
            <ac:graphicFrameMk id="4" creationId="{7433518E-1C33-9AEC-4DDE-C514FF3E6DBC}"/>
          </ac:graphicFrameMkLst>
        </pc:graphicFrameChg>
        <pc:graphicFrameChg chg="add mod">
          <ac:chgData name="Luca Bonfanti" userId="c30ac399-0397-4b02-b9ad-714907a1cb7e" providerId="ADAL" clId="{AE5FC6BA-E2F5-4FA6-9481-3C093B3FB630}" dt="2026-04-22T11:46:04.871" v="571" actId="20577"/>
          <ac:graphicFrameMkLst>
            <pc:docMk/>
            <pc:sldMk cId="2199252416" sldId="262"/>
            <ac:graphicFrameMk id="5" creationId="{C4D8C610-ECBC-AC43-8100-71570E748D84}"/>
          </ac:graphicFrameMkLst>
        </pc:graphicFrameChg>
      </pc:sldChg>
      <pc:sldChg chg="addSp delSp modSp add mod">
        <pc:chgData name="Luca Bonfanti" userId="c30ac399-0397-4b02-b9ad-714907a1cb7e" providerId="ADAL" clId="{AE5FC6BA-E2F5-4FA6-9481-3C093B3FB630}" dt="2026-04-23T10:18:36.972" v="821" actId="1076"/>
        <pc:sldMkLst>
          <pc:docMk/>
          <pc:sldMk cId="2867157705" sldId="263"/>
        </pc:sldMkLst>
        <pc:spChg chg="mod">
          <ac:chgData name="Luca Bonfanti" userId="c30ac399-0397-4b02-b9ad-714907a1cb7e" providerId="ADAL" clId="{AE5FC6BA-E2F5-4FA6-9481-3C093B3FB630}" dt="2026-04-23T10:00:24.253" v="603" actId="20577"/>
          <ac:spMkLst>
            <pc:docMk/>
            <pc:sldMk cId="2867157705" sldId="263"/>
            <ac:spMk id="2" creationId="{7FF1E4B7-7D8D-D353-8979-73C9FE8BEE20}"/>
          </ac:spMkLst>
        </pc:spChg>
        <pc:spChg chg="mod">
          <ac:chgData name="Luca Bonfanti" userId="c30ac399-0397-4b02-b9ad-714907a1cb7e" providerId="ADAL" clId="{AE5FC6BA-E2F5-4FA6-9481-3C093B3FB630}" dt="2026-04-23T10:18:36.972" v="821" actId="1076"/>
          <ac:spMkLst>
            <pc:docMk/>
            <pc:sldMk cId="2867157705" sldId="263"/>
            <ac:spMk id="3" creationId="{4614FD58-6875-2E4B-DA74-9A1AD9AA7B23}"/>
          </ac:spMkLst>
        </pc:spChg>
        <pc:spChg chg="add mod ord">
          <ac:chgData name="Luca Bonfanti" userId="c30ac399-0397-4b02-b9ad-714907a1cb7e" providerId="ADAL" clId="{AE5FC6BA-E2F5-4FA6-9481-3C093B3FB630}" dt="2026-04-23T10:18:34.213" v="820" actId="1076"/>
          <ac:spMkLst>
            <pc:docMk/>
            <pc:sldMk cId="2867157705" sldId="263"/>
            <ac:spMk id="5" creationId="{F47823DD-FD00-7230-67A3-58D2DC833ACC}"/>
          </ac:spMkLst>
        </pc:spChg>
      </pc:sldChg>
      <pc:sldChg chg="modSp add mod">
        <pc:chgData name="Luca Bonfanti" userId="c30ac399-0397-4b02-b9ad-714907a1cb7e" providerId="ADAL" clId="{AE5FC6BA-E2F5-4FA6-9481-3C093B3FB630}" dt="2026-04-23T10:06:14.881" v="736" actId="20577"/>
        <pc:sldMkLst>
          <pc:docMk/>
          <pc:sldMk cId="622624260" sldId="264"/>
        </pc:sldMkLst>
        <pc:spChg chg="mod">
          <ac:chgData name="Luca Bonfanti" userId="c30ac399-0397-4b02-b9ad-714907a1cb7e" providerId="ADAL" clId="{AE5FC6BA-E2F5-4FA6-9481-3C093B3FB630}" dt="2026-04-23T10:00:39.493" v="627" actId="20577"/>
          <ac:spMkLst>
            <pc:docMk/>
            <pc:sldMk cId="622624260" sldId="264"/>
            <ac:spMk id="2" creationId="{AF6A3311-02BB-1622-7E50-0C35C8CE6243}"/>
          </ac:spMkLst>
        </pc:spChg>
        <pc:spChg chg="mod">
          <ac:chgData name="Luca Bonfanti" userId="c30ac399-0397-4b02-b9ad-714907a1cb7e" providerId="ADAL" clId="{AE5FC6BA-E2F5-4FA6-9481-3C093B3FB630}" dt="2026-04-23T10:06:14.881" v="736" actId="20577"/>
          <ac:spMkLst>
            <pc:docMk/>
            <pc:sldMk cId="622624260" sldId="264"/>
            <ac:spMk id="3" creationId="{150F956B-87C1-4397-9F20-05776ABF1FE8}"/>
          </ac:spMkLst>
        </pc:spChg>
      </pc:sldChg>
      <pc:sldChg chg="addSp delSp modSp add mod">
        <pc:chgData name="Luca Bonfanti" userId="c30ac399-0397-4b02-b9ad-714907a1cb7e" providerId="ADAL" clId="{AE5FC6BA-E2F5-4FA6-9481-3C093B3FB630}" dt="2026-04-23T10:15:27.503" v="808" actId="14734"/>
        <pc:sldMkLst>
          <pc:docMk/>
          <pc:sldMk cId="405914607" sldId="265"/>
        </pc:sldMkLst>
        <pc:spChg chg="mod">
          <ac:chgData name="Luca Bonfanti" userId="c30ac399-0397-4b02-b9ad-714907a1cb7e" providerId="ADAL" clId="{AE5FC6BA-E2F5-4FA6-9481-3C093B3FB630}" dt="2026-04-23T10:11:57.341" v="738" actId="21"/>
          <ac:spMkLst>
            <pc:docMk/>
            <pc:sldMk cId="405914607" sldId="265"/>
            <ac:spMk id="2" creationId="{13790ADB-E489-ADE8-7533-9836D9622C46}"/>
          </ac:spMkLst>
        </pc:spChg>
        <pc:graphicFrameChg chg="add mod modGraphic">
          <ac:chgData name="Luca Bonfanti" userId="c30ac399-0397-4b02-b9ad-714907a1cb7e" providerId="ADAL" clId="{AE5FC6BA-E2F5-4FA6-9481-3C093B3FB630}" dt="2026-04-23T10:15:27.503" v="808" actId="14734"/>
          <ac:graphicFrameMkLst>
            <pc:docMk/>
            <pc:sldMk cId="405914607" sldId="265"/>
            <ac:graphicFrameMk id="4" creationId="{7961FD6B-8C00-A1F3-AA45-F48C6FE4886B}"/>
          </ac:graphicFrameMkLst>
        </pc:graphicFrameChg>
      </pc:sldChg>
      <pc:sldChg chg="modSp add mod">
        <pc:chgData name="Luca Bonfanti" userId="c30ac399-0397-4b02-b9ad-714907a1cb7e" providerId="ADAL" clId="{AE5FC6BA-E2F5-4FA6-9481-3C093B3FB630}" dt="2026-04-23T10:16:12.117" v="819" actId="6549"/>
        <pc:sldMkLst>
          <pc:docMk/>
          <pc:sldMk cId="3528446719" sldId="266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3528446719" sldId="266"/>
            <ac:spMk id="2" creationId="{850EFB23-1910-B046-7001-F4F229295DE2}"/>
          </ac:spMkLst>
        </pc:spChg>
        <pc:spChg chg="mod">
          <ac:chgData name="Luca Bonfanti" userId="c30ac399-0397-4b02-b9ad-714907a1cb7e" providerId="ADAL" clId="{AE5FC6BA-E2F5-4FA6-9481-3C093B3FB630}" dt="2026-04-23T10:16:12.117" v="819" actId="6549"/>
          <ac:spMkLst>
            <pc:docMk/>
            <pc:sldMk cId="3528446719" sldId="266"/>
            <ac:spMk id="3" creationId="{A2685D51-3027-867C-16F7-AD0FEC406CA4}"/>
          </ac:spMkLst>
        </pc:spChg>
      </pc:sldChg>
      <pc:sldChg chg="modSp add mod">
        <pc:chgData name="Luca Bonfanti" userId="c30ac399-0397-4b02-b9ad-714907a1cb7e" providerId="ADAL" clId="{AE5FC6BA-E2F5-4FA6-9481-3C093B3FB630}" dt="2026-04-28T09:45:15.306" v="1179" actId="20577"/>
        <pc:sldMkLst>
          <pc:docMk/>
          <pc:sldMk cId="527138197" sldId="267"/>
        </pc:sldMkLst>
        <pc:spChg chg="mod">
          <ac:chgData name="Luca Bonfanti" userId="c30ac399-0397-4b02-b9ad-714907a1cb7e" providerId="ADAL" clId="{AE5FC6BA-E2F5-4FA6-9481-3C093B3FB630}" dt="2026-04-23T10:28:47.912" v="840" actId="6549"/>
          <ac:spMkLst>
            <pc:docMk/>
            <pc:sldMk cId="527138197" sldId="267"/>
            <ac:spMk id="2" creationId="{FBBD43E4-2EE1-7EE5-65E2-A661603BD437}"/>
          </ac:spMkLst>
        </pc:spChg>
        <pc:spChg chg="mod">
          <ac:chgData name="Luca Bonfanti" userId="c30ac399-0397-4b02-b9ad-714907a1cb7e" providerId="ADAL" clId="{AE5FC6BA-E2F5-4FA6-9481-3C093B3FB630}" dt="2026-04-28T09:45:15.306" v="1179" actId="20577"/>
          <ac:spMkLst>
            <pc:docMk/>
            <pc:sldMk cId="527138197" sldId="267"/>
            <ac:spMk id="3" creationId="{228EFF8E-5AB6-381C-E8CD-79247A17F4D2}"/>
          </ac:spMkLst>
        </pc:spChg>
      </pc:sldChg>
      <pc:sldChg chg="modSp add mod">
        <pc:chgData name="Luca Bonfanti" userId="c30ac399-0397-4b02-b9ad-714907a1cb7e" providerId="ADAL" clId="{AE5FC6BA-E2F5-4FA6-9481-3C093B3FB630}" dt="2026-04-23T10:32:04.215" v="903" actId="114"/>
        <pc:sldMkLst>
          <pc:docMk/>
          <pc:sldMk cId="3558867048" sldId="269"/>
        </pc:sldMkLst>
        <pc:spChg chg="mod">
          <ac:chgData name="Luca Bonfanti" userId="c30ac399-0397-4b02-b9ad-714907a1cb7e" providerId="ADAL" clId="{AE5FC6BA-E2F5-4FA6-9481-3C093B3FB630}" dt="2026-04-23T10:31:31.435" v="896" actId="20577"/>
          <ac:spMkLst>
            <pc:docMk/>
            <pc:sldMk cId="3558867048" sldId="269"/>
            <ac:spMk id="2" creationId="{03F27BD7-20E2-C079-648B-75A9862F21A3}"/>
          </ac:spMkLst>
        </pc:spChg>
        <pc:spChg chg="mod">
          <ac:chgData name="Luca Bonfanti" userId="c30ac399-0397-4b02-b9ad-714907a1cb7e" providerId="ADAL" clId="{AE5FC6BA-E2F5-4FA6-9481-3C093B3FB630}" dt="2026-04-23T10:32:04.215" v="903" actId="114"/>
          <ac:spMkLst>
            <pc:docMk/>
            <pc:sldMk cId="3558867048" sldId="269"/>
            <ac:spMk id="3" creationId="{27696841-A75D-0A42-7BE6-79516A01D9A7}"/>
          </ac:spMkLst>
        </pc:spChg>
      </pc:sldChg>
      <pc:sldChg chg="modSp add mod">
        <pc:chgData name="Luca Bonfanti" userId="c30ac399-0397-4b02-b9ad-714907a1cb7e" providerId="ADAL" clId="{AE5FC6BA-E2F5-4FA6-9481-3C093B3FB630}" dt="2026-04-28T07:44:49.864" v="978" actId="6549"/>
        <pc:sldMkLst>
          <pc:docMk/>
          <pc:sldMk cId="1640923244" sldId="270"/>
        </pc:sldMkLst>
        <pc:spChg chg="mod">
          <ac:chgData name="Luca Bonfanti" userId="c30ac399-0397-4b02-b9ad-714907a1cb7e" providerId="ADAL" clId="{AE5FC6BA-E2F5-4FA6-9481-3C093B3FB630}" dt="2026-04-28T07:44:49.864" v="978" actId="6549"/>
          <ac:spMkLst>
            <pc:docMk/>
            <pc:sldMk cId="1640923244" sldId="270"/>
            <ac:spMk id="2" creationId="{335BE2CB-1B6C-8993-2558-A2246332A675}"/>
          </ac:spMkLst>
        </pc:spChg>
        <pc:spChg chg="mod">
          <ac:chgData name="Luca Bonfanti" userId="c30ac399-0397-4b02-b9ad-714907a1cb7e" providerId="ADAL" clId="{AE5FC6BA-E2F5-4FA6-9481-3C093B3FB630}" dt="2026-04-23T10:32:44.526" v="908" actId="20577"/>
          <ac:spMkLst>
            <pc:docMk/>
            <pc:sldMk cId="1640923244" sldId="270"/>
            <ac:spMk id="3" creationId="{DF68AC55-DAD1-5C2D-AA7C-E37D14A55B20}"/>
          </ac:spMkLst>
        </pc:spChg>
      </pc:sldChg>
      <pc:sldChg chg="modSp add mod">
        <pc:chgData name="Luca Bonfanti" userId="c30ac399-0397-4b02-b9ad-714907a1cb7e" providerId="ADAL" clId="{AE5FC6BA-E2F5-4FA6-9481-3C093B3FB630}" dt="2026-04-23T10:34:45.396" v="969" actId="20577"/>
        <pc:sldMkLst>
          <pc:docMk/>
          <pc:sldMk cId="239988245" sldId="271"/>
        </pc:sldMkLst>
        <pc:spChg chg="mod">
          <ac:chgData name="Luca Bonfanti" userId="c30ac399-0397-4b02-b9ad-714907a1cb7e" providerId="ADAL" clId="{AE5FC6BA-E2F5-4FA6-9481-3C093B3FB630}" dt="2026-04-23T10:33:45.440" v="961" actId="20577"/>
          <ac:spMkLst>
            <pc:docMk/>
            <pc:sldMk cId="239988245" sldId="271"/>
            <ac:spMk id="2" creationId="{3C467301-A4C1-60C3-1B89-22EA24DD24B8}"/>
          </ac:spMkLst>
        </pc:spChg>
        <pc:spChg chg="mod">
          <ac:chgData name="Luca Bonfanti" userId="c30ac399-0397-4b02-b9ad-714907a1cb7e" providerId="ADAL" clId="{AE5FC6BA-E2F5-4FA6-9481-3C093B3FB630}" dt="2026-04-23T10:34:45.396" v="969" actId="20577"/>
          <ac:spMkLst>
            <pc:docMk/>
            <pc:sldMk cId="239988245" sldId="271"/>
            <ac:spMk id="3" creationId="{229C2E80-0654-0A4B-B895-242C1C80DD03}"/>
          </ac:spMkLst>
        </pc:spChg>
      </pc:sldChg>
      <pc:sldChg chg="modSp add mod">
        <pc:chgData name="Luca Bonfanti" userId="c30ac399-0397-4b02-b9ad-714907a1cb7e" providerId="ADAL" clId="{AE5FC6BA-E2F5-4FA6-9481-3C093B3FB630}" dt="2026-04-28T07:45:36.638" v="980" actId="1076"/>
        <pc:sldMkLst>
          <pc:docMk/>
          <pc:sldMk cId="3226329169" sldId="272"/>
        </pc:sldMkLst>
        <pc:spChg chg="mod">
          <ac:chgData name="Luca Bonfanti" userId="c30ac399-0397-4b02-b9ad-714907a1cb7e" providerId="ADAL" clId="{AE5FC6BA-E2F5-4FA6-9481-3C093B3FB630}" dt="2026-04-23T10:33:53.610" v="963" actId="20577"/>
          <ac:spMkLst>
            <pc:docMk/>
            <pc:sldMk cId="3226329169" sldId="272"/>
            <ac:spMk id="2" creationId="{7B68EE33-09C6-47EC-12BF-1A7293FFC654}"/>
          </ac:spMkLst>
        </pc:spChg>
        <pc:spChg chg="mod">
          <ac:chgData name="Luca Bonfanti" userId="c30ac399-0397-4b02-b9ad-714907a1cb7e" providerId="ADAL" clId="{AE5FC6BA-E2F5-4FA6-9481-3C093B3FB630}" dt="2026-04-28T07:45:36.638" v="980" actId="1076"/>
          <ac:spMkLst>
            <pc:docMk/>
            <pc:sldMk cId="3226329169" sldId="272"/>
            <ac:spMk id="3" creationId="{E3EAB4F6-34D4-C95D-9989-3731437FC121}"/>
          </ac:spMkLst>
        </pc:spChg>
      </pc:sldChg>
      <pc:sldChg chg="modSp add mod">
        <pc:chgData name="Luca Bonfanti" userId="c30ac399-0397-4b02-b9ad-714907a1cb7e" providerId="ADAL" clId="{AE5FC6BA-E2F5-4FA6-9481-3C093B3FB630}" dt="2026-04-28T07:46:05.695" v="988" actId="114"/>
        <pc:sldMkLst>
          <pc:docMk/>
          <pc:sldMk cId="2842057470" sldId="273"/>
        </pc:sldMkLst>
        <pc:spChg chg="mod">
          <ac:chgData name="Luca Bonfanti" userId="c30ac399-0397-4b02-b9ad-714907a1cb7e" providerId="ADAL" clId="{AE5FC6BA-E2F5-4FA6-9481-3C093B3FB630}" dt="2026-04-23T10:34:00.857" v="965" actId="20577"/>
          <ac:spMkLst>
            <pc:docMk/>
            <pc:sldMk cId="2842057470" sldId="273"/>
            <ac:spMk id="2" creationId="{E9E36376-1CC1-BF84-C01C-0ECC2B32F422}"/>
          </ac:spMkLst>
        </pc:spChg>
        <pc:spChg chg="mod">
          <ac:chgData name="Luca Bonfanti" userId="c30ac399-0397-4b02-b9ad-714907a1cb7e" providerId="ADAL" clId="{AE5FC6BA-E2F5-4FA6-9481-3C093B3FB630}" dt="2026-04-28T07:46:05.695" v="988" actId="114"/>
          <ac:spMkLst>
            <pc:docMk/>
            <pc:sldMk cId="2842057470" sldId="273"/>
            <ac:spMk id="3" creationId="{BF68665C-8600-5D8B-0F66-4C9B02345E8D}"/>
          </ac:spMkLst>
        </pc:spChg>
      </pc:sldChg>
      <pc:sldChg chg="modSp add mod">
        <pc:chgData name="Luca Bonfanti" userId="c30ac399-0397-4b02-b9ad-714907a1cb7e" providerId="ADAL" clId="{AE5FC6BA-E2F5-4FA6-9481-3C093B3FB630}" dt="2026-04-28T07:46:23.913" v="993" actId="20577"/>
        <pc:sldMkLst>
          <pc:docMk/>
          <pc:sldMk cId="1043349722" sldId="274"/>
        </pc:sldMkLst>
        <pc:spChg chg="mod">
          <ac:chgData name="Luca Bonfanti" userId="c30ac399-0397-4b02-b9ad-714907a1cb7e" providerId="ADAL" clId="{AE5FC6BA-E2F5-4FA6-9481-3C093B3FB630}" dt="2026-04-23T10:34:06.233" v="967" actId="20577"/>
          <ac:spMkLst>
            <pc:docMk/>
            <pc:sldMk cId="1043349722" sldId="274"/>
            <ac:spMk id="2" creationId="{2232D4AA-6AFB-78C8-8D6E-DAAECAA2C430}"/>
          </ac:spMkLst>
        </pc:spChg>
        <pc:spChg chg="mod">
          <ac:chgData name="Luca Bonfanti" userId="c30ac399-0397-4b02-b9ad-714907a1cb7e" providerId="ADAL" clId="{AE5FC6BA-E2F5-4FA6-9481-3C093B3FB630}" dt="2026-04-28T07:46:23.913" v="993" actId="20577"/>
          <ac:spMkLst>
            <pc:docMk/>
            <pc:sldMk cId="1043349722" sldId="274"/>
            <ac:spMk id="3" creationId="{166A612C-35D0-7699-D877-87432B6D8B51}"/>
          </ac:spMkLst>
        </pc:spChg>
      </pc:sldChg>
      <pc:sldChg chg="modSp add mod">
        <pc:chgData name="Luca Bonfanti" userId="c30ac399-0397-4b02-b9ad-714907a1cb7e" providerId="ADAL" clId="{AE5FC6BA-E2F5-4FA6-9481-3C093B3FB630}" dt="2026-04-28T07:46:50.076" v="997" actId="20577"/>
        <pc:sldMkLst>
          <pc:docMk/>
          <pc:sldMk cId="1296071920" sldId="275"/>
        </pc:sldMkLst>
        <pc:spChg chg="mod">
          <ac:chgData name="Luca Bonfanti" userId="c30ac399-0397-4b02-b9ad-714907a1cb7e" providerId="ADAL" clId="{AE5FC6BA-E2F5-4FA6-9481-3C093B3FB630}" dt="2026-04-28T07:46:34.337" v="995" actId="20577"/>
          <ac:spMkLst>
            <pc:docMk/>
            <pc:sldMk cId="1296071920" sldId="275"/>
            <ac:spMk id="2" creationId="{C55DA7C4-243A-A9A2-FED6-CE8A1B19AE81}"/>
          </ac:spMkLst>
        </pc:spChg>
        <pc:spChg chg="mod">
          <ac:chgData name="Luca Bonfanti" userId="c30ac399-0397-4b02-b9ad-714907a1cb7e" providerId="ADAL" clId="{AE5FC6BA-E2F5-4FA6-9481-3C093B3FB630}" dt="2026-04-28T07:46:50.076" v="997" actId="20577"/>
          <ac:spMkLst>
            <pc:docMk/>
            <pc:sldMk cId="1296071920" sldId="275"/>
            <ac:spMk id="3" creationId="{F8F4ED2A-7E04-B40B-72E5-3B7EEE317496}"/>
          </ac:spMkLst>
        </pc:spChg>
      </pc:sldChg>
      <pc:sldChg chg="modSp add mod">
        <pc:chgData name="Luca Bonfanti" userId="c30ac399-0397-4b02-b9ad-714907a1cb7e" providerId="ADAL" clId="{AE5FC6BA-E2F5-4FA6-9481-3C093B3FB630}" dt="2026-04-23T10:38:32.805" v="974" actId="20577"/>
        <pc:sldMkLst>
          <pc:docMk/>
          <pc:sldMk cId="1399316813" sldId="276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399316813" sldId="276"/>
            <ac:spMk id="2" creationId="{A22579AE-80BE-D82A-51C0-D725B5C043AD}"/>
          </ac:spMkLst>
        </pc:spChg>
        <pc:spChg chg="mod">
          <ac:chgData name="Luca Bonfanti" userId="c30ac399-0397-4b02-b9ad-714907a1cb7e" providerId="ADAL" clId="{AE5FC6BA-E2F5-4FA6-9481-3C093B3FB630}" dt="2026-04-23T10:38:32.805" v="974" actId="20577"/>
          <ac:spMkLst>
            <pc:docMk/>
            <pc:sldMk cId="1399316813" sldId="276"/>
            <ac:spMk id="3" creationId="{7B9FE458-A640-59E1-CD24-18FB32C86D4D}"/>
          </ac:spMkLst>
        </pc:spChg>
      </pc:sldChg>
      <pc:sldChg chg="modSp add">
        <pc:chgData name="Luca Bonfanti" userId="c30ac399-0397-4b02-b9ad-714907a1cb7e" providerId="ADAL" clId="{AE5FC6BA-E2F5-4FA6-9481-3C093B3FB630}" dt="2026-04-23T10:27:20.767" v="823"/>
        <pc:sldMkLst>
          <pc:docMk/>
          <pc:sldMk cId="1915266935" sldId="277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915266935" sldId="277"/>
            <ac:spMk id="2" creationId="{F3641B5C-2A1E-DA64-7045-0D8F53CB75B6}"/>
          </ac:spMkLst>
        </pc:spChg>
        <pc:spChg chg="mod">
          <ac:chgData name="Luca Bonfanti" userId="c30ac399-0397-4b02-b9ad-714907a1cb7e" providerId="ADAL" clId="{AE5FC6BA-E2F5-4FA6-9481-3C093B3FB630}" dt="2026-04-23T10:27:20.767" v="823"/>
          <ac:spMkLst>
            <pc:docMk/>
            <pc:sldMk cId="1915266935" sldId="277"/>
            <ac:spMk id="3" creationId="{742FCAFE-F2C1-DD9F-C28B-E30BB1B135DB}"/>
          </ac:spMkLst>
        </pc:spChg>
      </pc:sldChg>
      <pc:sldChg chg="modSp add">
        <pc:chgData name="Luca Bonfanti" userId="c30ac399-0397-4b02-b9ad-714907a1cb7e" providerId="ADAL" clId="{AE5FC6BA-E2F5-4FA6-9481-3C093B3FB630}" dt="2026-04-23T10:27:06.733" v="822"/>
        <pc:sldMkLst>
          <pc:docMk/>
          <pc:sldMk cId="3362223251" sldId="278"/>
        </pc:sldMkLst>
        <pc:spChg chg="mod">
          <ac:chgData name="Luca Bonfanti" userId="c30ac399-0397-4b02-b9ad-714907a1cb7e" providerId="ADAL" clId="{AE5FC6BA-E2F5-4FA6-9481-3C093B3FB630}" dt="2026-04-23T10:27:06.733" v="822"/>
          <ac:spMkLst>
            <pc:docMk/>
            <pc:sldMk cId="3362223251" sldId="278"/>
            <ac:spMk id="2" creationId="{CF92503E-B72F-D9FB-1BD5-796202A64509}"/>
          </ac:spMkLst>
        </pc:spChg>
        <pc:spChg chg="mod">
          <ac:chgData name="Luca Bonfanti" userId="c30ac399-0397-4b02-b9ad-714907a1cb7e" providerId="ADAL" clId="{AE5FC6BA-E2F5-4FA6-9481-3C093B3FB630}" dt="2026-04-23T10:27:06.733" v="822"/>
          <ac:spMkLst>
            <pc:docMk/>
            <pc:sldMk cId="3362223251" sldId="278"/>
            <ac:spMk id="3" creationId="{15C00E20-7491-D177-5335-57E3A8E932EF}"/>
          </ac:spMkLst>
        </pc:spChg>
      </pc:sldChg>
      <pc:sldChg chg="modSp add">
        <pc:chgData name="Luca Bonfanti" userId="c30ac399-0397-4b02-b9ad-714907a1cb7e" providerId="ADAL" clId="{AE5FC6BA-E2F5-4FA6-9481-3C093B3FB630}" dt="2026-04-23T10:27:06.733" v="822"/>
        <pc:sldMkLst>
          <pc:docMk/>
          <pc:sldMk cId="138790587" sldId="279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38790587" sldId="279"/>
            <ac:spMk id="2" creationId="{2F261B81-D957-A6A4-0617-5AEC0BE0D95B}"/>
          </ac:spMkLst>
        </pc:spChg>
        <pc:spChg chg="mod">
          <ac:chgData name="Luca Bonfanti" userId="c30ac399-0397-4b02-b9ad-714907a1cb7e" providerId="ADAL" clId="{AE5FC6BA-E2F5-4FA6-9481-3C093B3FB630}" dt="2026-04-23T10:27:06.733" v="822"/>
          <ac:spMkLst>
            <pc:docMk/>
            <pc:sldMk cId="138790587" sldId="279"/>
            <ac:spMk id="3" creationId="{32E0B870-3EC3-5F58-DC33-B8D93AEB910F}"/>
          </ac:spMkLst>
        </pc:spChg>
      </pc:sldChg>
      <pc:sldChg chg="modSp add mod">
        <pc:chgData name="Luca Bonfanti" userId="c30ac399-0397-4b02-b9ad-714907a1cb7e" providerId="ADAL" clId="{AE5FC6BA-E2F5-4FA6-9481-3C093B3FB630}" dt="2026-04-28T07:49:46.181" v="999" actId="114"/>
        <pc:sldMkLst>
          <pc:docMk/>
          <pc:sldMk cId="2910238730" sldId="280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2910238730" sldId="280"/>
            <ac:spMk id="2" creationId="{6BCEE880-C669-2532-3505-51E61E36E72D}"/>
          </ac:spMkLst>
        </pc:spChg>
        <pc:spChg chg="mod">
          <ac:chgData name="Luca Bonfanti" userId="c30ac399-0397-4b02-b9ad-714907a1cb7e" providerId="ADAL" clId="{AE5FC6BA-E2F5-4FA6-9481-3C093B3FB630}" dt="2026-04-28T07:49:46.181" v="999" actId="114"/>
          <ac:spMkLst>
            <pc:docMk/>
            <pc:sldMk cId="2910238730" sldId="280"/>
            <ac:spMk id="3" creationId="{1B3A5DCB-4026-4B42-20DB-26704B95D991}"/>
          </ac:spMkLst>
        </pc:spChg>
      </pc:sldChg>
      <pc:sldChg chg="modSp add mod">
        <pc:chgData name="Luca Bonfanti" userId="c30ac399-0397-4b02-b9ad-714907a1cb7e" providerId="ADAL" clId="{AE5FC6BA-E2F5-4FA6-9481-3C093B3FB630}" dt="2026-04-28T10:31:02.379" v="1281" actId="20577"/>
        <pc:sldMkLst>
          <pc:docMk/>
          <pc:sldMk cId="222290938" sldId="281"/>
        </pc:sldMkLst>
        <pc:spChg chg="mod">
          <ac:chgData name="Luca Bonfanti" userId="c30ac399-0397-4b02-b9ad-714907a1cb7e" providerId="ADAL" clId="{AE5FC6BA-E2F5-4FA6-9481-3C093B3FB630}" dt="2026-04-28T07:53:33.354" v="1000" actId="114"/>
          <ac:spMkLst>
            <pc:docMk/>
            <pc:sldMk cId="222290938" sldId="281"/>
            <ac:spMk id="2" creationId="{72953663-BB99-D4C6-B84D-8DA5D0C4A532}"/>
          </ac:spMkLst>
        </pc:spChg>
        <pc:spChg chg="mod">
          <ac:chgData name="Luca Bonfanti" userId="c30ac399-0397-4b02-b9ad-714907a1cb7e" providerId="ADAL" clId="{AE5FC6BA-E2F5-4FA6-9481-3C093B3FB630}" dt="2026-04-28T10:31:02.379" v="1281" actId="20577"/>
          <ac:spMkLst>
            <pc:docMk/>
            <pc:sldMk cId="222290938" sldId="281"/>
            <ac:spMk id="3" creationId="{4047488F-4E47-C686-176F-278EE4B6C111}"/>
          </ac:spMkLst>
        </pc:spChg>
      </pc:sldChg>
      <pc:sldChg chg="modSp add del">
        <pc:chgData name="Luca Bonfanti" userId="c30ac399-0397-4b02-b9ad-714907a1cb7e" providerId="ADAL" clId="{AE5FC6BA-E2F5-4FA6-9481-3C093B3FB630}" dt="2026-04-28T09:53:43.924" v="1180" actId="47"/>
        <pc:sldMkLst>
          <pc:docMk/>
          <pc:sldMk cId="1289972479" sldId="282"/>
        </pc:sldMkLst>
      </pc:sldChg>
      <pc:sldChg chg="modSp add del mod">
        <pc:chgData name="Luca Bonfanti" userId="c30ac399-0397-4b02-b9ad-714907a1cb7e" providerId="ADAL" clId="{AE5FC6BA-E2F5-4FA6-9481-3C093B3FB630}" dt="2026-04-28T09:54:09.118" v="1183" actId="47"/>
        <pc:sldMkLst>
          <pc:docMk/>
          <pc:sldMk cId="809098860" sldId="283"/>
        </pc:sldMkLst>
        <pc:spChg chg="mod">
          <ac:chgData name="Luca Bonfanti" userId="c30ac399-0397-4b02-b9ad-714907a1cb7e" providerId="ADAL" clId="{AE5FC6BA-E2F5-4FA6-9481-3C093B3FB630}" dt="2026-04-28T09:53:57.225" v="1182" actId="6549"/>
          <ac:spMkLst>
            <pc:docMk/>
            <pc:sldMk cId="809098860" sldId="283"/>
            <ac:spMk id="3" creationId="{69613FB4-35A8-C549-E158-AE80B7291066}"/>
          </ac:spMkLst>
        </pc:spChg>
      </pc:sldChg>
      <pc:sldChg chg="modSp add del">
        <pc:chgData name="Luca Bonfanti" userId="c30ac399-0397-4b02-b9ad-714907a1cb7e" providerId="ADAL" clId="{AE5FC6BA-E2F5-4FA6-9481-3C093B3FB630}" dt="2026-04-28T10:31:21.079" v="1282" actId="47"/>
        <pc:sldMkLst>
          <pc:docMk/>
          <pc:sldMk cId="1712592486" sldId="284"/>
        </pc:sldMkLst>
      </pc:sldChg>
      <pc:sldChg chg="modSp add mod">
        <pc:chgData name="Luca Bonfanti" userId="c30ac399-0397-4b02-b9ad-714907a1cb7e" providerId="ADAL" clId="{AE5FC6BA-E2F5-4FA6-9481-3C093B3FB630}" dt="2026-04-28T10:31:43.437" v="1284" actId="6549"/>
        <pc:sldMkLst>
          <pc:docMk/>
          <pc:sldMk cId="2676878153" sldId="285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2676878153" sldId="285"/>
            <ac:spMk id="2" creationId="{4BAE6527-0E45-5910-396E-0F9CE9F71E2B}"/>
          </ac:spMkLst>
        </pc:spChg>
        <pc:spChg chg="mod">
          <ac:chgData name="Luca Bonfanti" userId="c30ac399-0397-4b02-b9ad-714907a1cb7e" providerId="ADAL" clId="{AE5FC6BA-E2F5-4FA6-9481-3C093B3FB630}" dt="2026-04-28T10:31:43.437" v="1284" actId="6549"/>
          <ac:spMkLst>
            <pc:docMk/>
            <pc:sldMk cId="2676878153" sldId="285"/>
            <ac:spMk id="3" creationId="{28548260-49BA-0797-5C4A-5715AAB724EB}"/>
          </ac:spMkLst>
        </pc:spChg>
      </pc:sldChg>
      <pc:sldChg chg="add">
        <pc:chgData name="Luca Bonfanti" userId="c30ac399-0397-4b02-b9ad-714907a1cb7e" providerId="ADAL" clId="{AE5FC6BA-E2F5-4FA6-9481-3C093B3FB630}" dt="2026-04-28T10:38:20.037" v="1298"/>
        <pc:sldMkLst>
          <pc:docMk/>
          <pc:sldMk cId="244220455" sldId="286"/>
        </pc:sldMkLst>
      </pc:sldChg>
      <pc:sldChg chg="modSp add del">
        <pc:chgData name="Luca Bonfanti" userId="c30ac399-0397-4b02-b9ad-714907a1cb7e" providerId="ADAL" clId="{AE5FC6BA-E2F5-4FA6-9481-3C093B3FB630}" dt="2026-04-28T10:38:15.245" v="1297" actId="2696"/>
        <pc:sldMkLst>
          <pc:docMk/>
          <pc:sldMk cId="786203925" sldId="286"/>
        </pc:sldMkLst>
      </pc:sldChg>
      <pc:sldChg chg="modSp add ord">
        <pc:chgData name="Luca Bonfanti" userId="c30ac399-0397-4b02-b9ad-714907a1cb7e" providerId="ADAL" clId="{AE5FC6BA-E2F5-4FA6-9481-3C093B3FB630}" dt="2026-04-28T10:34:31.252" v="1286"/>
        <pc:sldMkLst>
          <pc:docMk/>
          <pc:sldMk cId="1986373438" sldId="287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986373438" sldId="287"/>
            <ac:spMk id="2" creationId="{7EE3DE83-4607-62A7-1B7D-EF3445F444EC}"/>
          </ac:spMkLst>
        </pc:spChg>
        <pc:spChg chg="mod">
          <ac:chgData name="Luca Bonfanti" userId="c30ac399-0397-4b02-b9ad-714907a1cb7e" providerId="ADAL" clId="{AE5FC6BA-E2F5-4FA6-9481-3C093B3FB630}" dt="2026-04-23T10:27:06.733" v="822"/>
          <ac:spMkLst>
            <pc:docMk/>
            <pc:sldMk cId="1986373438" sldId="287"/>
            <ac:spMk id="3" creationId="{014F281B-87BE-F15B-A3C8-29F7FB814E82}"/>
          </ac:spMkLst>
        </pc:spChg>
      </pc:sldChg>
      <pc:sldChg chg="modSp add mod">
        <pc:chgData name="Luca Bonfanti" userId="c30ac399-0397-4b02-b9ad-714907a1cb7e" providerId="ADAL" clId="{AE5FC6BA-E2F5-4FA6-9481-3C093B3FB630}" dt="2026-04-28T10:42:29.472" v="1315" actId="20577"/>
        <pc:sldMkLst>
          <pc:docMk/>
          <pc:sldMk cId="3927695085" sldId="288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3927695085" sldId="288"/>
            <ac:spMk id="2" creationId="{FB2768C4-5CE5-41F9-6D1B-BFF1D21E3F50}"/>
          </ac:spMkLst>
        </pc:spChg>
        <pc:spChg chg="mod">
          <ac:chgData name="Luca Bonfanti" userId="c30ac399-0397-4b02-b9ad-714907a1cb7e" providerId="ADAL" clId="{AE5FC6BA-E2F5-4FA6-9481-3C093B3FB630}" dt="2026-04-28T10:42:29.472" v="1315" actId="20577"/>
          <ac:spMkLst>
            <pc:docMk/>
            <pc:sldMk cId="3927695085" sldId="288"/>
            <ac:spMk id="3" creationId="{68E99E95-4387-F8ED-C997-220499C880C1}"/>
          </ac:spMkLst>
        </pc:spChg>
      </pc:sldChg>
      <pc:sldChg chg="modSp add del ord">
        <pc:chgData name="Luca Bonfanti" userId="c30ac399-0397-4b02-b9ad-714907a1cb7e" providerId="ADAL" clId="{AE5FC6BA-E2F5-4FA6-9481-3C093B3FB630}" dt="2026-04-28T10:45:19.981" v="1316" actId="47"/>
        <pc:sldMkLst>
          <pc:docMk/>
          <pc:sldMk cId="3300093065" sldId="289"/>
        </pc:sldMkLst>
      </pc:sldChg>
      <pc:sldChg chg="modSp add">
        <pc:chgData name="Luca Bonfanti" userId="c30ac399-0397-4b02-b9ad-714907a1cb7e" providerId="ADAL" clId="{AE5FC6BA-E2F5-4FA6-9481-3C093B3FB630}" dt="2026-04-23T10:27:20.767" v="823"/>
        <pc:sldMkLst>
          <pc:docMk/>
          <pc:sldMk cId="174941561" sldId="290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74941561" sldId="290"/>
            <ac:spMk id="2" creationId="{4862CB97-C9F1-94CE-C881-3A4CFE364D60}"/>
          </ac:spMkLst>
        </pc:spChg>
        <pc:spChg chg="mod">
          <ac:chgData name="Luca Bonfanti" userId="c30ac399-0397-4b02-b9ad-714907a1cb7e" providerId="ADAL" clId="{AE5FC6BA-E2F5-4FA6-9481-3C093B3FB630}" dt="2026-04-23T10:27:20.767" v="823"/>
          <ac:spMkLst>
            <pc:docMk/>
            <pc:sldMk cId="174941561" sldId="290"/>
            <ac:spMk id="3" creationId="{E4AED5F8-F7F6-DA05-5203-453A34697C4E}"/>
          </ac:spMkLst>
        </pc:spChg>
      </pc:sldChg>
      <pc:sldChg chg="modSp add del">
        <pc:chgData name="Luca Bonfanti" userId="c30ac399-0397-4b02-b9ad-714907a1cb7e" providerId="ADAL" clId="{AE5FC6BA-E2F5-4FA6-9481-3C093B3FB630}" dt="2026-04-28T10:38:03.634" v="1296" actId="2696"/>
        <pc:sldMkLst>
          <pc:docMk/>
          <pc:sldMk cId="1715056840" sldId="291"/>
        </pc:sldMkLst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715056840" sldId="291"/>
            <ac:spMk id="2" creationId="{B59BF623-E839-E109-FDFD-B7327B274B1E}"/>
          </ac:spMkLst>
        </pc:spChg>
        <pc:spChg chg="mod">
          <ac:chgData name="Luca Bonfanti" userId="c30ac399-0397-4b02-b9ad-714907a1cb7e" providerId="ADAL" clId="{AE5FC6BA-E2F5-4FA6-9481-3C093B3FB630}" dt="2026-04-22T10:29:32.965" v="185" actId="404"/>
          <ac:spMkLst>
            <pc:docMk/>
            <pc:sldMk cId="1715056840" sldId="291"/>
            <ac:spMk id="3" creationId="{8921DFF5-A6CF-3465-8698-C4F04F62B514}"/>
          </ac:spMkLst>
        </pc:spChg>
      </pc:sldChg>
      <pc:sldChg chg="modSp add del">
        <pc:chgData name="Luca Bonfanti" userId="c30ac399-0397-4b02-b9ad-714907a1cb7e" providerId="ADAL" clId="{AE5FC6BA-E2F5-4FA6-9481-3C093B3FB630}" dt="2026-04-28T10:37:28.966" v="1294" actId="47"/>
        <pc:sldMkLst>
          <pc:docMk/>
          <pc:sldMk cId="883613791" sldId="292"/>
        </pc:sldMkLst>
      </pc:sldChg>
      <pc:sldChg chg="modSp add del">
        <pc:chgData name="Luca Bonfanti" userId="c30ac399-0397-4b02-b9ad-714907a1cb7e" providerId="ADAL" clId="{AE5FC6BA-E2F5-4FA6-9481-3C093B3FB630}" dt="2026-04-28T10:37:19.790" v="1293" actId="47"/>
        <pc:sldMkLst>
          <pc:docMk/>
          <pc:sldMk cId="3811522676" sldId="293"/>
        </pc:sldMkLst>
      </pc:sldChg>
      <pc:sldChg chg="modSp add del">
        <pc:chgData name="Luca Bonfanti" userId="c30ac399-0397-4b02-b9ad-714907a1cb7e" providerId="ADAL" clId="{AE5FC6BA-E2F5-4FA6-9481-3C093B3FB630}" dt="2026-04-28T10:37:19.790" v="1293" actId="47"/>
        <pc:sldMkLst>
          <pc:docMk/>
          <pc:sldMk cId="2369700354" sldId="294"/>
        </pc:sldMkLst>
      </pc:sldChg>
      <pc:sldChg chg="modSp add del">
        <pc:chgData name="Luca Bonfanti" userId="c30ac399-0397-4b02-b9ad-714907a1cb7e" providerId="ADAL" clId="{AE5FC6BA-E2F5-4FA6-9481-3C093B3FB630}" dt="2026-04-28T10:37:14.574" v="1292" actId="47"/>
        <pc:sldMkLst>
          <pc:docMk/>
          <pc:sldMk cId="2983706254" sldId="295"/>
        </pc:sldMkLst>
      </pc:sldChg>
      <pc:sldChg chg="modSp add del">
        <pc:chgData name="Luca Bonfanti" userId="c30ac399-0397-4b02-b9ad-714907a1cb7e" providerId="ADAL" clId="{AE5FC6BA-E2F5-4FA6-9481-3C093B3FB630}" dt="2026-04-28T10:37:09.088" v="1291" actId="47"/>
        <pc:sldMkLst>
          <pc:docMk/>
          <pc:sldMk cId="1501088456" sldId="296"/>
        </pc:sldMkLst>
      </pc:sldChg>
      <pc:sldChg chg="modSp add del">
        <pc:chgData name="Luca Bonfanti" userId="c30ac399-0397-4b02-b9ad-714907a1cb7e" providerId="ADAL" clId="{AE5FC6BA-E2F5-4FA6-9481-3C093B3FB630}" dt="2026-04-28T10:37:09.088" v="1291" actId="47"/>
        <pc:sldMkLst>
          <pc:docMk/>
          <pc:sldMk cId="1311821679" sldId="297"/>
        </pc:sldMkLst>
      </pc:sldChg>
      <pc:sldChg chg="modSp add del">
        <pc:chgData name="Luca Bonfanti" userId="c30ac399-0397-4b02-b9ad-714907a1cb7e" providerId="ADAL" clId="{AE5FC6BA-E2F5-4FA6-9481-3C093B3FB630}" dt="2026-04-28T10:37:09.088" v="1291" actId="47"/>
        <pc:sldMkLst>
          <pc:docMk/>
          <pc:sldMk cId="368519518" sldId="298"/>
        </pc:sldMkLst>
      </pc:sldChg>
      <pc:sldChg chg="modSp add del">
        <pc:chgData name="Luca Bonfanti" userId="c30ac399-0397-4b02-b9ad-714907a1cb7e" providerId="ADAL" clId="{AE5FC6BA-E2F5-4FA6-9481-3C093B3FB630}" dt="2026-04-28T10:37:09.088" v="1291" actId="47"/>
        <pc:sldMkLst>
          <pc:docMk/>
          <pc:sldMk cId="3902489213" sldId="299"/>
        </pc:sldMkLst>
      </pc:sldChg>
      <pc:sldChg chg="modSp add del">
        <pc:chgData name="Luca Bonfanti" userId="c30ac399-0397-4b02-b9ad-714907a1cb7e" providerId="ADAL" clId="{AE5FC6BA-E2F5-4FA6-9481-3C093B3FB630}" dt="2026-04-28T10:37:09.088" v="1291" actId="47"/>
        <pc:sldMkLst>
          <pc:docMk/>
          <pc:sldMk cId="1089520638" sldId="300"/>
        </pc:sldMkLst>
      </pc:sldChg>
      <pc:sldChg chg="addSp delSp modSp add del mod">
        <pc:chgData name="Luca Bonfanti" userId="c30ac399-0397-4b02-b9ad-714907a1cb7e" providerId="ADAL" clId="{AE5FC6BA-E2F5-4FA6-9481-3C093B3FB630}" dt="2026-04-28T12:07:56.077" v="1329" actId="47"/>
        <pc:sldMkLst>
          <pc:docMk/>
          <pc:sldMk cId="1847962843" sldId="301"/>
        </pc:sldMkLst>
        <pc:spChg chg="mod">
          <ac:chgData name="Luca Bonfanti" userId="c30ac399-0397-4b02-b9ad-714907a1cb7e" providerId="ADAL" clId="{AE5FC6BA-E2F5-4FA6-9481-3C093B3FB630}" dt="2026-04-28T10:50:51.336" v="1326" actId="6549"/>
          <ac:spMkLst>
            <pc:docMk/>
            <pc:sldMk cId="1847962843" sldId="301"/>
            <ac:spMk id="2" creationId="{83671296-25BC-115D-9A49-45FBBA0E507F}"/>
          </ac:spMkLst>
        </pc:spChg>
        <pc:spChg chg="add del mod">
          <ac:chgData name="Luca Bonfanti" userId="c30ac399-0397-4b02-b9ad-714907a1cb7e" providerId="ADAL" clId="{AE5FC6BA-E2F5-4FA6-9481-3C093B3FB630}" dt="2026-04-28T10:50:58.623" v="1328" actId="478"/>
          <ac:spMkLst>
            <pc:docMk/>
            <pc:sldMk cId="1847962843" sldId="301"/>
            <ac:spMk id="3" creationId="{14448520-CB08-5C8E-2093-21420AE3C26E}"/>
          </ac:spMkLst>
        </pc:spChg>
        <pc:spChg chg="add mod">
          <ac:chgData name="Luca Bonfanti" userId="c30ac399-0397-4b02-b9ad-714907a1cb7e" providerId="ADAL" clId="{AE5FC6BA-E2F5-4FA6-9481-3C093B3FB630}" dt="2026-04-28T10:50:54.141" v="1327" actId="478"/>
          <ac:spMkLst>
            <pc:docMk/>
            <pc:sldMk cId="1847962843" sldId="301"/>
            <ac:spMk id="4" creationId="{F8383E78-2F02-2622-8F2B-3F13BC91D210}"/>
          </ac:spMkLst>
        </pc:spChg>
      </pc:sldChg>
      <pc:sldChg chg="modSp add del mod">
        <pc:chgData name="Luca Bonfanti" userId="c30ac399-0397-4b02-b9ad-714907a1cb7e" providerId="ADAL" clId="{AE5FC6BA-E2F5-4FA6-9481-3C093B3FB630}" dt="2026-04-28T10:46:47.665" v="1325" actId="47"/>
        <pc:sldMkLst>
          <pc:docMk/>
          <pc:sldMk cId="1767643382" sldId="302"/>
        </pc:sldMkLst>
        <pc:spChg chg="mod">
          <ac:chgData name="Luca Bonfanti" userId="c30ac399-0397-4b02-b9ad-714907a1cb7e" providerId="ADAL" clId="{AE5FC6BA-E2F5-4FA6-9481-3C093B3FB630}" dt="2026-04-28T10:45:45.657" v="1317" actId="21"/>
          <ac:spMkLst>
            <pc:docMk/>
            <pc:sldMk cId="1767643382" sldId="302"/>
            <ac:spMk id="3" creationId="{6F32507C-6CC6-D587-F531-6398E5467C88}"/>
          </ac:spMkLst>
        </pc:spChg>
      </pc:sldChg>
      <pc:sldChg chg="modSp add mod">
        <pc:chgData name="Luca Bonfanti" userId="c30ac399-0397-4b02-b9ad-714907a1cb7e" providerId="ADAL" clId="{AE5FC6BA-E2F5-4FA6-9481-3C093B3FB630}" dt="2026-04-21T14:16:49.090" v="69" actId="20577"/>
        <pc:sldMkLst>
          <pc:docMk/>
          <pc:sldMk cId="2188091546" sldId="303"/>
        </pc:sldMkLst>
        <pc:spChg chg="mod">
          <ac:chgData name="Luca Bonfanti" userId="c30ac399-0397-4b02-b9ad-714907a1cb7e" providerId="ADAL" clId="{AE5FC6BA-E2F5-4FA6-9481-3C093B3FB630}" dt="2026-04-21T14:16:49.090" v="69" actId="20577"/>
          <ac:spMkLst>
            <pc:docMk/>
            <pc:sldMk cId="2188091546" sldId="303"/>
            <ac:spMk id="121" creationId="{00000000-0000-0000-0000-000000000000}"/>
          </ac:spMkLst>
        </pc:spChg>
      </pc:sldChg>
      <pc:sldMasterChg chg="modSp">
        <pc:chgData name="Luca Bonfanti" userId="c30ac399-0397-4b02-b9ad-714907a1cb7e" providerId="ADAL" clId="{AE5FC6BA-E2F5-4FA6-9481-3C093B3FB630}" dt="2026-04-21T13:45:09.645" v="2"/>
        <pc:sldMasterMkLst>
          <pc:docMk/>
          <pc:sldMasterMk cId="0" sldId="2147483660"/>
        </pc:sldMasterMkLst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60"/>
            <ac:spMk id="4" creationId="{064E49C0-C5C5-B3E8-36DB-81EA75BCF256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60"/>
            <ac:spMk id="5" creationId="{C7D5C285-C44C-9908-154B-F29659C63E6C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60"/>
            <ac:spMk id="6" creationId="{0ED2A8D2-528E-0210-9131-BA11FE879DA4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60"/>
            <ac:spMk id="1026" creationId="{E0098A11-5810-B82D-FE84-A00F730893C7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60"/>
            <ac:spMk id="1027" creationId="{81250CEC-4E88-09A6-77ED-95A4A81AA9F3}"/>
          </ac:spMkLst>
        </pc:spChg>
      </pc:sldMasterChg>
      <pc:sldMasterChg chg="modSp delSldLayout modSldLayout">
        <pc:chgData name="Luca Bonfanti" userId="c30ac399-0397-4b02-b9ad-714907a1cb7e" providerId="ADAL" clId="{AE5FC6BA-E2F5-4FA6-9481-3C093B3FB630}" dt="2026-04-21T13:51:07.692" v="15"/>
        <pc:sldMasterMkLst>
          <pc:docMk/>
          <pc:sldMasterMk cId="0" sldId="2147483672"/>
        </pc:sldMasterMkLst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72"/>
            <ac:spMk id="4" creationId="{442F1968-0255-317E-C3FC-939C569D2D60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72"/>
            <ac:spMk id="6" creationId="{BFADFAAC-68C3-2F4F-BFA6-3E8578D7735F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72"/>
            <ac:spMk id="2050" creationId="{9ACF4CC4-65EF-5CC8-FA1F-09A5BAE29BD3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72"/>
            <ac:spMk id="2051" creationId="{31309B26-0EAD-22BA-A0C6-162D477F6448}"/>
          </ac:spMkLst>
        </pc:spChg>
        <pc:sldLayoutChg chg="addSp modSp">
          <pc:chgData name="Luca Bonfanti" userId="c30ac399-0397-4b02-b9ad-714907a1cb7e" providerId="ADAL" clId="{AE5FC6BA-E2F5-4FA6-9481-3C093B3FB630}" dt="2026-04-21T13:51:07.692" v="15"/>
          <pc:sldLayoutMkLst>
            <pc:docMk/>
            <pc:sldMasterMk cId="0" sldId="2147483672"/>
            <pc:sldLayoutMk cId="584030973" sldId="2147483698"/>
          </pc:sldLayoutMkLst>
          <pc:spChg chg="add mod">
            <ac:chgData name="Luca Bonfanti" userId="c30ac399-0397-4b02-b9ad-714907a1cb7e" providerId="ADAL" clId="{AE5FC6BA-E2F5-4FA6-9481-3C093B3FB630}" dt="2026-04-21T13:51:07.692" v="15"/>
            <ac:spMkLst>
              <pc:docMk/>
              <pc:sldMasterMk cId="0" sldId="2147483672"/>
              <pc:sldLayoutMk cId="584030973" sldId="2147483698"/>
              <ac:spMk id="3" creationId="{C645D62C-E654-C263-9EA3-877C7CDA0E9F}"/>
            </ac:spMkLst>
          </pc:spChg>
          <pc:spChg chg="mod">
            <ac:chgData name="Luca Bonfanti" userId="c30ac399-0397-4b02-b9ad-714907a1cb7e" providerId="ADAL" clId="{AE5FC6BA-E2F5-4FA6-9481-3C093B3FB630}" dt="2026-04-21T13:45:09.645" v="2"/>
            <ac:spMkLst>
              <pc:docMk/>
              <pc:sldMasterMk cId="0" sldId="2147483672"/>
              <pc:sldLayoutMk cId="584030973" sldId="2147483698"/>
              <ac:spMk id="5" creationId="{6CAB0219-BDC5-3B90-5F99-F2E13097B8EE}"/>
            </ac:spMkLst>
          </pc:spChg>
        </pc:sldLayoutChg>
        <pc:sldLayoutChg chg="modSp">
          <pc:chgData name="Luca Bonfanti" userId="c30ac399-0397-4b02-b9ad-714907a1cb7e" providerId="ADAL" clId="{AE5FC6BA-E2F5-4FA6-9481-3C093B3FB630}" dt="2026-04-21T13:45:09.645" v="2"/>
          <pc:sldLayoutMkLst>
            <pc:docMk/>
            <pc:sldMasterMk cId="0" sldId="2147483672"/>
            <pc:sldLayoutMk cId="4124524526" sldId="2147483699"/>
          </pc:sldLayoutMkLst>
          <pc:spChg chg="mod">
            <ac:chgData name="Luca Bonfanti" userId="c30ac399-0397-4b02-b9ad-714907a1cb7e" providerId="ADAL" clId="{AE5FC6BA-E2F5-4FA6-9481-3C093B3FB630}" dt="2026-04-21T13:45:09.645" v="2"/>
            <ac:spMkLst>
              <pc:docMk/>
              <pc:sldMasterMk cId="0" sldId="2147483672"/>
              <pc:sldLayoutMk cId="4124524526" sldId="2147483699"/>
              <ac:spMk id="3" creationId="{00000000-0000-0000-0000-000000000000}"/>
            </ac:spMkLst>
          </pc:spChg>
          <pc:spChg chg="mod">
            <ac:chgData name="Luca Bonfanti" userId="c30ac399-0397-4b02-b9ad-714907a1cb7e" providerId="ADAL" clId="{AE5FC6BA-E2F5-4FA6-9481-3C093B3FB630}" dt="2026-04-21T13:45:09.645" v="2"/>
            <ac:spMkLst>
              <pc:docMk/>
              <pc:sldMasterMk cId="0" sldId="2147483672"/>
              <pc:sldLayoutMk cId="4124524526" sldId="2147483699"/>
              <ac:spMk id="7" creationId="{2B904686-1575-B18C-2A8E-AC04ACBE505E}"/>
            </ac:spMkLst>
          </pc:spChg>
        </pc:sldLayoutChg>
      </pc:sldMasterChg>
      <pc:sldMasterChg chg="modSp">
        <pc:chgData name="Luca Bonfanti" userId="c30ac399-0397-4b02-b9ad-714907a1cb7e" providerId="ADAL" clId="{AE5FC6BA-E2F5-4FA6-9481-3C093B3FB630}" dt="2026-04-21T13:45:09.645" v="2"/>
        <pc:sldMasterMkLst>
          <pc:docMk/>
          <pc:sldMasterMk cId="0" sldId="2147483696"/>
        </pc:sldMasterMkLst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96"/>
            <ac:spMk id="4" creationId="{EDAF7647-2FCB-672B-45C8-928F262DB39A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96"/>
            <ac:spMk id="5" creationId="{E8A741C5-4F8F-A2A9-1B36-9A6D472A681F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96"/>
            <ac:spMk id="6" creationId="{FD4664C2-443D-2CB2-6C70-C7DEA2E9FA37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96"/>
            <ac:spMk id="3074" creationId="{D7397FAA-0D72-9552-A513-284B36CA9CFF}"/>
          </ac:spMkLst>
        </pc:spChg>
        <pc:spChg chg="mod">
          <ac:chgData name="Luca Bonfanti" userId="c30ac399-0397-4b02-b9ad-714907a1cb7e" providerId="ADAL" clId="{AE5FC6BA-E2F5-4FA6-9481-3C093B3FB630}" dt="2026-04-21T13:45:09.645" v="2"/>
          <ac:spMkLst>
            <pc:docMk/>
            <pc:sldMasterMk cId="0" sldId="2147483696"/>
            <ac:spMk id="3075" creationId="{2D6529C7-6789-73C7-0E02-44DF6F4C2486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957695-9AD7-4B21-94F8-3F640D81B14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4898BE6-BBF8-468F-AE25-9D56C79F2ADF}">
      <dgm:prSet phldrT="[Testo]" custT="1"/>
      <dgm:spPr/>
      <dgm:t>
        <a:bodyPr/>
        <a:lstStyle/>
        <a:p>
          <a:r>
            <a:rPr lang="it-IT" sz="1100" b="1" dirty="0"/>
            <a:t>Classificazione dei termini </a:t>
          </a:r>
          <a:br>
            <a:rPr lang="it-IT" sz="1100" b="1" dirty="0"/>
          </a:br>
          <a:r>
            <a:rPr lang="it-IT" sz="1100" b="1" dirty="0"/>
            <a:t>(artt. 152-155 c.p.c.)</a:t>
          </a:r>
        </a:p>
      </dgm:t>
    </dgm:pt>
    <dgm:pt modelId="{CC7936DD-C20F-4094-A9A9-FEA82AB33ABC}" type="parTrans" cxnId="{2DE830AE-B3E9-48A3-8D16-C4AA8AA1135F}">
      <dgm:prSet/>
      <dgm:spPr/>
      <dgm:t>
        <a:bodyPr/>
        <a:lstStyle/>
        <a:p>
          <a:endParaRPr lang="it-IT"/>
        </a:p>
      </dgm:t>
    </dgm:pt>
    <dgm:pt modelId="{EE84B511-9F92-4915-A7A3-7550EF65ED52}" type="sibTrans" cxnId="{2DE830AE-B3E9-48A3-8D16-C4AA8AA1135F}">
      <dgm:prSet/>
      <dgm:spPr/>
      <dgm:t>
        <a:bodyPr/>
        <a:lstStyle/>
        <a:p>
          <a:endParaRPr lang="it-IT"/>
        </a:p>
      </dgm:t>
    </dgm:pt>
    <dgm:pt modelId="{FD3472A8-8521-4AA3-A8AF-D320F1D8E6DC}">
      <dgm:prSet phldrT="[Testo]" custT="1"/>
      <dgm:spPr/>
      <dgm:t>
        <a:bodyPr/>
        <a:lstStyle/>
        <a:p>
          <a:r>
            <a:rPr lang="it-IT" sz="1400" dirty="0"/>
            <a:t>Dilatori</a:t>
          </a:r>
        </a:p>
      </dgm:t>
    </dgm:pt>
    <dgm:pt modelId="{D481EF13-9003-4E5D-B203-F6D4FF7726B0}" type="parTrans" cxnId="{AC952724-BCEB-49D3-856E-C278A1E35E7E}">
      <dgm:prSet/>
      <dgm:spPr/>
      <dgm:t>
        <a:bodyPr/>
        <a:lstStyle/>
        <a:p>
          <a:endParaRPr lang="it-IT"/>
        </a:p>
      </dgm:t>
    </dgm:pt>
    <dgm:pt modelId="{51AAD502-14A2-4A8F-829C-11679F8874E3}" type="sibTrans" cxnId="{AC952724-BCEB-49D3-856E-C278A1E35E7E}">
      <dgm:prSet/>
      <dgm:spPr/>
      <dgm:t>
        <a:bodyPr/>
        <a:lstStyle/>
        <a:p>
          <a:endParaRPr lang="it-IT"/>
        </a:p>
      </dgm:t>
    </dgm:pt>
    <dgm:pt modelId="{D95869C6-5D74-4645-A543-FC24FDAEFD9D}">
      <dgm:prSet phldrT="[Testo]"/>
      <dgm:spPr/>
      <dgm:t>
        <a:bodyPr/>
        <a:lstStyle/>
        <a:p>
          <a:pPr>
            <a:buNone/>
          </a:pPr>
          <a:r>
            <a:rPr lang="it-IT" dirty="0"/>
            <a:t>fissano un limite minimo prima del quale non si può agire</a:t>
          </a:r>
        </a:p>
      </dgm:t>
    </dgm:pt>
    <dgm:pt modelId="{B8CC9634-9509-45E8-8AED-381559D290B4}" type="parTrans" cxnId="{A8BF6EAF-F185-4EF0-879D-F67126921AAB}">
      <dgm:prSet/>
      <dgm:spPr/>
      <dgm:t>
        <a:bodyPr/>
        <a:lstStyle/>
        <a:p>
          <a:endParaRPr lang="it-IT"/>
        </a:p>
      </dgm:t>
    </dgm:pt>
    <dgm:pt modelId="{327CA938-0D11-4B68-A80E-8378717F1E89}" type="sibTrans" cxnId="{A8BF6EAF-F185-4EF0-879D-F67126921AAB}">
      <dgm:prSet/>
      <dgm:spPr/>
      <dgm:t>
        <a:bodyPr/>
        <a:lstStyle/>
        <a:p>
          <a:endParaRPr lang="it-IT"/>
        </a:p>
      </dgm:t>
    </dgm:pt>
    <dgm:pt modelId="{68F9AB17-9831-4B8D-B9F9-358725A72A3D}">
      <dgm:prSet phldrT="[Testo]" custT="1"/>
      <dgm:spPr/>
      <dgm:t>
        <a:bodyPr/>
        <a:lstStyle/>
        <a:p>
          <a:r>
            <a:rPr lang="it-IT" sz="1400" dirty="0"/>
            <a:t>Acceleratori</a:t>
          </a:r>
        </a:p>
      </dgm:t>
    </dgm:pt>
    <dgm:pt modelId="{7BC69139-EA8B-4835-B25E-06BD348CB9A3}" type="parTrans" cxnId="{A07F28B0-AD99-4D63-8034-CAB893B42AB9}">
      <dgm:prSet/>
      <dgm:spPr/>
      <dgm:t>
        <a:bodyPr/>
        <a:lstStyle/>
        <a:p>
          <a:endParaRPr lang="it-IT"/>
        </a:p>
      </dgm:t>
    </dgm:pt>
    <dgm:pt modelId="{D2147460-CF21-4B26-B97E-1F975754320E}" type="sibTrans" cxnId="{A07F28B0-AD99-4D63-8034-CAB893B42AB9}">
      <dgm:prSet/>
      <dgm:spPr/>
      <dgm:t>
        <a:bodyPr/>
        <a:lstStyle/>
        <a:p>
          <a:endParaRPr lang="it-IT"/>
        </a:p>
      </dgm:t>
    </dgm:pt>
    <dgm:pt modelId="{93DAA48C-145F-4468-AA17-18C620C0BE5B}">
      <dgm:prSet phldrT="[Testo]" custT="1"/>
      <dgm:spPr/>
      <dgm:t>
        <a:bodyPr/>
        <a:lstStyle/>
        <a:p>
          <a:r>
            <a:rPr lang="it-IT" sz="1400" dirty="0"/>
            <a:t>Ordinatori</a:t>
          </a:r>
        </a:p>
      </dgm:t>
    </dgm:pt>
    <dgm:pt modelId="{B0A860C3-FF80-4E0B-9434-E1E4C365B218}" type="parTrans" cxnId="{B583DE14-6313-4794-9175-E6F7F72F0E07}">
      <dgm:prSet/>
      <dgm:spPr/>
      <dgm:t>
        <a:bodyPr/>
        <a:lstStyle/>
        <a:p>
          <a:endParaRPr lang="it-IT"/>
        </a:p>
      </dgm:t>
    </dgm:pt>
    <dgm:pt modelId="{5512CA37-FF25-4955-B6C3-5F31413FC101}" type="sibTrans" cxnId="{B583DE14-6313-4794-9175-E6F7F72F0E07}">
      <dgm:prSet/>
      <dgm:spPr/>
      <dgm:t>
        <a:bodyPr/>
        <a:lstStyle/>
        <a:p>
          <a:endParaRPr lang="it-IT"/>
        </a:p>
      </dgm:t>
    </dgm:pt>
    <dgm:pt modelId="{1CB90967-DEEF-403D-9DF6-CEA3C99DBFD2}">
      <dgm:prSet phldrT="[Testo]" custT="1"/>
      <dgm:spPr/>
      <dgm:t>
        <a:bodyPr/>
        <a:lstStyle/>
        <a:p>
          <a:r>
            <a:rPr lang="it-IT" sz="1400" dirty="0"/>
            <a:t>Perentori</a:t>
          </a:r>
        </a:p>
      </dgm:t>
    </dgm:pt>
    <dgm:pt modelId="{6F1182D4-C2E3-4585-93B8-76D9ABF7EDCB}" type="parTrans" cxnId="{FC6D5AE1-C1A6-4866-B675-AF0916BC2AA7}">
      <dgm:prSet/>
      <dgm:spPr/>
      <dgm:t>
        <a:bodyPr/>
        <a:lstStyle/>
        <a:p>
          <a:endParaRPr lang="it-IT"/>
        </a:p>
      </dgm:t>
    </dgm:pt>
    <dgm:pt modelId="{C796F6BF-5F2A-43FA-B51F-931613EE0FBB}" type="sibTrans" cxnId="{FC6D5AE1-C1A6-4866-B675-AF0916BC2AA7}">
      <dgm:prSet/>
      <dgm:spPr/>
      <dgm:t>
        <a:bodyPr/>
        <a:lstStyle/>
        <a:p>
          <a:endParaRPr lang="it-IT"/>
        </a:p>
      </dgm:t>
    </dgm:pt>
    <dgm:pt modelId="{67375F51-7185-4217-AF4A-5FD112529B43}">
      <dgm:prSet phldrT="[Testo]"/>
      <dgm:spPr/>
      <dgm:t>
        <a:bodyPr/>
        <a:lstStyle/>
        <a:p>
          <a:pPr>
            <a:buNone/>
          </a:pPr>
          <a:r>
            <a:rPr lang="it-IT" dirty="0"/>
            <a:t>non comportano decadenze rigide (salvo deroghe).</a:t>
          </a:r>
        </a:p>
      </dgm:t>
    </dgm:pt>
    <dgm:pt modelId="{25BF5B19-4241-4A97-9866-0CF4FB3F8CF6}" type="parTrans" cxnId="{DE394408-DBD0-4095-B923-9E30B2FC0767}">
      <dgm:prSet/>
      <dgm:spPr/>
      <dgm:t>
        <a:bodyPr/>
        <a:lstStyle/>
        <a:p>
          <a:endParaRPr lang="it-IT"/>
        </a:p>
      </dgm:t>
    </dgm:pt>
    <dgm:pt modelId="{80B47C15-3209-4612-9185-5EE64902F1C4}" type="sibTrans" cxnId="{DE394408-DBD0-4095-B923-9E30B2FC0767}">
      <dgm:prSet/>
      <dgm:spPr/>
      <dgm:t>
        <a:bodyPr/>
        <a:lstStyle/>
        <a:p>
          <a:endParaRPr lang="it-IT"/>
        </a:p>
      </dgm:t>
    </dgm:pt>
    <dgm:pt modelId="{2C9B112E-987B-46FE-9809-1B4E81A65F33}">
      <dgm:prSet phldrT="[Testo]"/>
      <dgm:spPr/>
      <dgm:t>
        <a:bodyPr/>
        <a:lstStyle/>
        <a:p>
          <a:pPr>
            <a:buNone/>
          </a:pPr>
          <a:r>
            <a:rPr lang="it-IT" b="1" dirty="0"/>
            <a:t>solo questi determinano effetti preclusivi</a:t>
          </a:r>
          <a:endParaRPr lang="it-IT" dirty="0"/>
        </a:p>
      </dgm:t>
    </dgm:pt>
    <dgm:pt modelId="{D4B23282-CE60-4C30-8D2E-B8A8D419F8CB}" type="parTrans" cxnId="{963F6283-D369-4583-9D47-03BE8947DD5B}">
      <dgm:prSet/>
      <dgm:spPr/>
      <dgm:t>
        <a:bodyPr/>
        <a:lstStyle/>
        <a:p>
          <a:endParaRPr lang="it-IT"/>
        </a:p>
      </dgm:t>
    </dgm:pt>
    <dgm:pt modelId="{94E8200D-69EC-4D06-984E-5C27FFBDC006}" type="sibTrans" cxnId="{963F6283-D369-4583-9D47-03BE8947DD5B}">
      <dgm:prSet/>
      <dgm:spPr/>
      <dgm:t>
        <a:bodyPr/>
        <a:lstStyle/>
        <a:p>
          <a:endParaRPr lang="it-IT"/>
        </a:p>
      </dgm:t>
    </dgm:pt>
    <dgm:pt modelId="{CC513BFB-8362-4DF7-A44D-D0339B60B2DB}" type="pres">
      <dgm:prSet presAssocID="{FA957695-9AD7-4B21-94F8-3F640D81B1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E5D8B4-02AE-4C32-B6B5-5430C569AE48}" type="pres">
      <dgm:prSet presAssocID="{C4898BE6-BBF8-468F-AE25-9D56C79F2ADF}" presName="hierRoot1" presStyleCnt="0"/>
      <dgm:spPr/>
    </dgm:pt>
    <dgm:pt modelId="{1B7D9E87-55A3-4D73-863D-CD63CFCFB6D1}" type="pres">
      <dgm:prSet presAssocID="{C4898BE6-BBF8-468F-AE25-9D56C79F2ADF}" presName="composite" presStyleCnt="0"/>
      <dgm:spPr/>
    </dgm:pt>
    <dgm:pt modelId="{9BB5D48B-BA25-4CB5-8E4E-CF76EE7FC83E}" type="pres">
      <dgm:prSet presAssocID="{C4898BE6-BBF8-468F-AE25-9D56C79F2ADF}" presName="background" presStyleLbl="node0" presStyleIdx="0" presStyleCnt="1"/>
      <dgm:spPr/>
    </dgm:pt>
    <dgm:pt modelId="{A124A33B-9A2B-4EC3-83CF-8FF9DCD630BC}" type="pres">
      <dgm:prSet presAssocID="{C4898BE6-BBF8-468F-AE25-9D56C79F2ADF}" presName="text" presStyleLbl="fgAcc0" presStyleIdx="0" presStyleCnt="1" custScaleX="112366">
        <dgm:presLayoutVars>
          <dgm:chPref val="3"/>
        </dgm:presLayoutVars>
      </dgm:prSet>
      <dgm:spPr/>
    </dgm:pt>
    <dgm:pt modelId="{A73822D9-9DB1-4AEB-83B1-EF9AE106784B}" type="pres">
      <dgm:prSet presAssocID="{C4898BE6-BBF8-468F-AE25-9D56C79F2ADF}" presName="hierChild2" presStyleCnt="0"/>
      <dgm:spPr/>
    </dgm:pt>
    <dgm:pt modelId="{51B51907-E957-4AD8-AB0B-2871FE2A08F5}" type="pres">
      <dgm:prSet presAssocID="{D481EF13-9003-4E5D-B203-F6D4FF7726B0}" presName="Name10" presStyleLbl="parChTrans1D2" presStyleIdx="0" presStyleCnt="2"/>
      <dgm:spPr/>
    </dgm:pt>
    <dgm:pt modelId="{9140BA51-F39A-4611-8FFC-E54917290ED6}" type="pres">
      <dgm:prSet presAssocID="{FD3472A8-8521-4AA3-A8AF-D320F1D8E6DC}" presName="hierRoot2" presStyleCnt="0"/>
      <dgm:spPr/>
    </dgm:pt>
    <dgm:pt modelId="{EE086069-B996-4B98-B2D0-E777C2EC0C53}" type="pres">
      <dgm:prSet presAssocID="{FD3472A8-8521-4AA3-A8AF-D320F1D8E6DC}" presName="composite2" presStyleCnt="0"/>
      <dgm:spPr/>
    </dgm:pt>
    <dgm:pt modelId="{26745D2C-A6D2-4E7A-870E-69324B55AE23}" type="pres">
      <dgm:prSet presAssocID="{FD3472A8-8521-4AA3-A8AF-D320F1D8E6DC}" presName="background2" presStyleLbl="node2" presStyleIdx="0" presStyleCnt="2"/>
      <dgm:spPr/>
    </dgm:pt>
    <dgm:pt modelId="{CE4D9EB4-A13C-46EA-B913-70A89409F446}" type="pres">
      <dgm:prSet presAssocID="{FD3472A8-8521-4AA3-A8AF-D320F1D8E6DC}" presName="text2" presStyleLbl="fgAcc2" presStyleIdx="0" presStyleCnt="2">
        <dgm:presLayoutVars>
          <dgm:chPref val="3"/>
        </dgm:presLayoutVars>
      </dgm:prSet>
      <dgm:spPr/>
    </dgm:pt>
    <dgm:pt modelId="{D144B388-0F65-4B37-8BF1-5C1F795F5FD0}" type="pres">
      <dgm:prSet presAssocID="{FD3472A8-8521-4AA3-A8AF-D320F1D8E6DC}" presName="hierChild3" presStyleCnt="0"/>
      <dgm:spPr/>
    </dgm:pt>
    <dgm:pt modelId="{605397C5-DF5B-4B2E-B898-502AAD49662F}" type="pres">
      <dgm:prSet presAssocID="{B8CC9634-9509-45E8-8AED-381559D290B4}" presName="Name17" presStyleLbl="parChTrans1D3" presStyleIdx="0" presStyleCnt="3"/>
      <dgm:spPr/>
    </dgm:pt>
    <dgm:pt modelId="{087AD559-99C1-4C73-A843-8D33D90E5B2E}" type="pres">
      <dgm:prSet presAssocID="{D95869C6-5D74-4645-A543-FC24FDAEFD9D}" presName="hierRoot3" presStyleCnt="0"/>
      <dgm:spPr/>
    </dgm:pt>
    <dgm:pt modelId="{1EA000FC-92BE-4BFB-ADFF-9EB57EF2207F}" type="pres">
      <dgm:prSet presAssocID="{D95869C6-5D74-4645-A543-FC24FDAEFD9D}" presName="composite3" presStyleCnt="0"/>
      <dgm:spPr/>
    </dgm:pt>
    <dgm:pt modelId="{B5FFB510-727A-446A-A552-67F06A818F7B}" type="pres">
      <dgm:prSet presAssocID="{D95869C6-5D74-4645-A543-FC24FDAEFD9D}" presName="background3" presStyleLbl="node3" presStyleIdx="0" presStyleCnt="3"/>
      <dgm:spPr/>
    </dgm:pt>
    <dgm:pt modelId="{0C682108-0974-4EB4-9D12-5114AD3669E2}" type="pres">
      <dgm:prSet presAssocID="{D95869C6-5D74-4645-A543-FC24FDAEFD9D}" presName="text3" presStyleLbl="fgAcc3" presStyleIdx="0" presStyleCnt="3">
        <dgm:presLayoutVars>
          <dgm:chPref val="3"/>
        </dgm:presLayoutVars>
      </dgm:prSet>
      <dgm:spPr/>
    </dgm:pt>
    <dgm:pt modelId="{0A7B8EE5-0D5F-414A-B7B3-94D2A4F0DACB}" type="pres">
      <dgm:prSet presAssocID="{D95869C6-5D74-4645-A543-FC24FDAEFD9D}" presName="hierChild4" presStyleCnt="0"/>
      <dgm:spPr/>
    </dgm:pt>
    <dgm:pt modelId="{3924B000-E014-4A4D-B7AF-9D323ED21DC6}" type="pres">
      <dgm:prSet presAssocID="{7BC69139-EA8B-4835-B25E-06BD348CB9A3}" presName="Name10" presStyleLbl="parChTrans1D2" presStyleIdx="1" presStyleCnt="2"/>
      <dgm:spPr/>
    </dgm:pt>
    <dgm:pt modelId="{9F5A6415-983C-47F3-BDD9-9176456C780D}" type="pres">
      <dgm:prSet presAssocID="{68F9AB17-9831-4B8D-B9F9-358725A72A3D}" presName="hierRoot2" presStyleCnt="0"/>
      <dgm:spPr/>
    </dgm:pt>
    <dgm:pt modelId="{FBD2D759-5AFF-41D0-8B57-15BD19D540D1}" type="pres">
      <dgm:prSet presAssocID="{68F9AB17-9831-4B8D-B9F9-358725A72A3D}" presName="composite2" presStyleCnt="0"/>
      <dgm:spPr/>
    </dgm:pt>
    <dgm:pt modelId="{BA0685A2-7D09-4702-9D1C-35BD9B3624C8}" type="pres">
      <dgm:prSet presAssocID="{68F9AB17-9831-4B8D-B9F9-358725A72A3D}" presName="background2" presStyleLbl="node2" presStyleIdx="1" presStyleCnt="2"/>
      <dgm:spPr/>
    </dgm:pt>
    <dgm:pt modelId="{26C60037-AA75-412D-9C76-ED110586D991}" type="pres">
      <dgm:prSet presAssocID="{68F9AB17-9831-4B8D-B9F9-358725A72A3D}" presName="text2" presStyleLbl="fgAcc2" presStyleIdx="1" presStyleCnt="2">
        <dgm:presLayoutVars>
          <dgm:chPref val="3"/>
        </dgm:presLayoutVars>
      </dgm:prSet>
      <dgm:spPr/>
    </dgm:pt>
    <dgm:pt modelId="{FB3FB7D7-53D2-41A4-BFD1-B674119EE755}" type="pres">
      <dgm:prSet presAssocID="{68F9AB17-9831-4B8D-B9F9-358725A72A3D}" presName="hierChild3" presStyleCnt="0"/>
      <dgm:spPr/>
    </dgm:pt>
    <dgm:pt modelId="{2E91E363-38B5-4152-84F4-F4ACAC3B52F7}" type="pres">
      <dgm:prSet presAssocID="{B0A860C3-FF80-4E0B-9434-E1E4C365B218}" presName="Name17" presStyleLbl="parChTrans1D3" presStyleIdx="1" presStyleCnt="3"/>
      <dgm:spPr/>
    </dgm:pt>
    <dgm:pt modelId="{545201AB-6A7F-4519-B734-6AFC8524F989}" type="pres">
      <dgm:prSet presAssocID="{93DAA48C-145F-4468-AA17-18C620C0BE5B}" presName="hierRoot3" presStyleCnt="0"/>
      <dgm:spPr/>
    </dgm:pt>
    <dgm:pt modelId="{0FFEC4DE-982D-4A70-8B6D-62C0C37DE370}" type="pres">
      <dgm:prSet presAssocID="{93DAA48C-145F-4468-AA17-18C620C0BE5B}" presName="composite3" presStyleCnt="0"/>
      <dgm:spPr/>
    </dgm:pt>
    <dgm:pt modelId="{B6DD7F9A-D95F-46CC-8A78-3721F8B589FB}" type="pres">
      <dgm:prSet presAssocID="{93DAA48C-145F-4468-AA17-18C620C0BE5B}" presName="background3" presStyleLbl="node3" presStyleIdx="1" presStyleCnt="3"/>
      <dgm:spPr/>
    </dgm:pt>
    <dgm:pt modelId="{567DB50B-D4E5-4C3E-A064-F699D3F913AE}" type="pres">
      <dgm:prSet presAssocID="{93DAA48C-145F-4468-AA17-18C620C0BE5B}" presName="text3" presStyleLbl="fgAcc3" presStyleIdx="1" presStyleCnt="3">
        <dgm:presLayoutVars>
          <dgm:chPref val="3"/>
        </dgm:presLayoutVars>
      </dgm:prSet>
      <dgm:spPr/>
    </dgm:pt>
    <dgm:pt modelId="{A8059189-8EB2-443D-A083-DCF8ADE3D107}" type="pres">
      <dgm:prSet presAssocID="{93DAA48C-145F-4468-AA17-18C620C0BE5B}" presName="hierChild4" presStyleCnt="0"/>
      <dgm:spPr/>
    </dgm:pt>
    <dgm:pt modelId="{3A78A1A9-9CA0-431C-BDEC-74BF91882EC0}" type="pres">
      <dgm:prSet presAssocID="{25BF5B19-4241-4A97-9866-0CF4FB3F8CF6}" presName="Name23" presStyleLbl="parChTrans1D4" presStyleIdx="0" presStyleCnt="2"/>
      <dgm:spPr/>
    </dgm:pt>
    <dgm:pt modelId="{4EE7D059-737B-4958-9E6D-ACDA26AA3FBE}" type="pres">
      <dgm:prSet presAssocID="{67375F51-7185-4217-AF4A-5FD112529B43}" presName="hierRoot4" presStyleCnt="0"/>
      <dgm:spPr/>
    </dgm:pt>
    <dgm:pt modelId="{4FD207DA-4E75-46DA-9638-AD4B7D95B1CF}" type="pres">
      <dgm:prSet presAssocID="{67375F51-7185-4217-AF4A-5FD112529B43}" presName="composite4" presStyleCnt="0"/>
      <dgm:spPr/>
    </dgm:pt>
    <dgm:pt modelId="{4896D98D-1F02-4FD9-8D94-4EDBFAFE2E18}" type="pres">
      <dgm:prSet presAssocID="{67375F51-7185-4217-AF4A-5FD112529B43}" presName="background4" presStyleLbl="node4" presStyleIdx="0" presStyleCnt="2"/>
      <dgm:spPr/>
    </dgm:pt>
    <dgm:pt modelId="{453FC5C5-A1E0-4E0D-AEF9-E55989C7678C}" type="pres">
      <dgm:prSet presAssocID="{67375F51-7185-4217-AF4A-5FD112529B43}" presName="text4" presStyleLbl="fgAcc4" presStyleIdx="0" presStyleCnt="2">
        <dgm:presLayoutVars>
          <dgm:chPref val="3"/>
        </dgm:presLayoutVars>
      </dgm:prSet>
      <dgm:spPr/>
    </dgm:pt>
    <dgm:pt modelId="{579CE146-70FE-4D2F-806C-DE367622BDCA}" type="pres">
      <dgm:prSet presAssocID="{67375F51-7185-4217-AF4A-5FD112529B43}" presName="hierChild5" presStyleCnt="0"/>
      <dgm:spPr/>
    </dgm:pt>
    <dgm:pt modelId="{4869DAF7-A2AF-468E-8087-2491F5AF6A0F}" type="pres">
      <dgm:prSet presAssocID="{6F1182D4-C2E3-4585-93B8-76D9ABF7EDCB}" presName="Name17" presStyleLbl="parChTrans1D3" presStyleIdx="2" presStyleCnt="3"/>
      <dgm:spPr/>
    </dgm:pt>
    <dgm:pt modelId="{06D2194B-5987-479E-A5A7-B88AF62A2B8C}" type="pres">
      <dgm:prSet presAssocID="{1CB90967-DEEF-403D-9DF6-CEA3C99DBFD2}" presName="hierRoot3" presStyleCnt="0"/>
      <dgm:spPr/>
    </dgm:pt>
    <dgm:pt modelId="{EE34AA4C-735E-46EE-9EF0-9E59F449BED0}" type="pres">
      <dgm:prSet presAssocID="{1CB90967-DEEF-403D-9DF6-CEA3C99DBFD2}" presName="composite3" presStyleCnt="0"/>
      <dgm:spPr/>
    </dgm:pt>
    <dgm:pt modelId="{6F4BDCE9-1A45-40B0-BCC4-41E3103F151C}" type="pres">
      <dgm:prSet presAssocID="{1CB90967-DEEF-403D-9DF6-CEA3C99DBFD2}" presName="background3" presStyleLbl="node3" presStyleIdx="2" presStyleCnt="3"/>
      <dgm:spPr/>
    </dgm:pt>
    <dgm:pt modelId="{EC837DE4-0CB9-4692-B488-445D258046C5}" type="pres">
      <dgm:prSet presAssocID="{1CB90967-DEEF-403D-9DF6-CEA3C99DBFD2}" presName="text3" presStyleLbl="fgAcc3" presStyleIdx="2" presStyleCnt="3">
        <dgm:presLayoutVars>
          <dgm:chPref val="3"/>
        </dgm:presLayoutVars>
      </dgm:prSet>
      <dgm:spPr/>
    </dgm:pt>
    <dgm:pt modelId="{C228064B-7BEF-486A-9821-4E0443AA7DB0}" type="pres">
      <dgm:prSet presAssocID="{1CB90967-DEEF-403D-9DF6-CEA3C99DBFD2}" presName="hierChild4" presStyleCnt="0"/>
      <dgm:spPr/>
    </dgm:pt>
    <dgm:pt modelId="{DA176AD9-ECAA-445C-88F3-1F605E6D47DE}" type="pres">
      <dgm:prSet presAssocID="{D4B23282-CE60-4C30-8D2E-B8A8D419F8CB}" presName="Name23" presStyleLbl="parChTrans1D4" presStyleIdx="1" presStyleCnt="2"/>
      <dgm:spPr/>
    </dgm:pt>
    <dgm:pt modelId="{C64848B8-C6F1-4E79-9184-67273FA22941}" type="pres">
      <dgm:prSet presAssocID="{2C9B112E-987B-46FE-9809-1B4E81A65F33}" presName="hierRoot4" presStyleCnt="0"/>
      <dgm:spPr/>
    </dgm:pt>
    <dgm:pt modelId="{7B37CC55-C46A-4BCF-A52C-5D25E1041A41}" type="pres">
      <dgm:prSet presAssocID="{2C9B112E-987B-46FE-9809-1B4E81A65F33}" presName="composite4" presStyleCnt="0"/>
      <dgm:spPr/>
    </dgm:pt>
    <dgm:pt modelId="{F472B70A-C26C-43AB-A004-C05B8007B87A}" type="pres">
      <dgm:prSet presAssocID="{2C9B112E-987B-46FE-9809-1B4E81A65F33}" presName="background4" presStyleLbl="node4" presStyleIdx="1" presStyleCnt="2"/>
      <dgm:spPr/>
    </dgm:pt>
    <dgm:pt modelId="{8BA3AC4D-5936-4FE0-BB05-FC7835C67F4F}" type="pres">
      <dgm:prSet presAssocID="{2C9B112E-987B-46FE-9809-1B4E81A65F33}" presName="text4" presStyleLbl="fgAcc4" presStyleIdx="1" presStyleCnt="2">
        <dgm:presLayoutVars>
          <dgm:chPref val="3"/>
        </dgm:presLayoutVars>
      </dgm:prSet>
      <dgm:spPr/>
    </dgm:pt>
    <dgm:pt modelId="{E895B09A-A5AB-4764-946A-0F0ABD8EC8F9}" type="pres">
      <dgm:prSet presAssocID="{2C9B112E-987B-46FE-9809-1B4E81A65F33}" presName="hierChild5" presStyleCnt="0"/>
      <dgm:spPr/>
    </dgm:pt>
  </dgm:ptLst>
  <dgm:cxnLst>
    <dgm:cxn modelId="{DE394408-DBD0-4095-B923-9E30B2FC0767}" srcId="{93DAA48C-145F-4468-AA17-18C620C0BE5B}" destId="{67375F51-7185-4217-AF4A-5FD112529B43}" srcOrd="0" destOrd="0" parTransId="{25BF5B19-4241-4A97-9866-0CF4FB3F8CF6}" sibTransId="{80B47C15-3209-4612-9185-5EE64902F1C4}"/>
    <dgm:cxn modelId="{B583DE14-6313-4794-9175-E6F7F72F0E07}" srcId="{68F9AB17-9831-4B8D-B9F9-358725A72A3D}" destId="{93DAA48C-145F-4468-AA17-18C620C0BE5B}" srcOrd="0" destOrd="0" parTransId="{B0A860C3-FF80-4E0B-9434-E1E4C365B218}" sibTransId="{5512CA37-FF25-4955-B6C3-5F31413FC101}"/>
    <dgm:cxn modelId="{DDBDC01B-4645-4309-9DE4-6E51DD88D542}" type="presOf" srcId="{1CB90967-DEEF-403D-9DF6-CEA3C99DBFD2}" destId="{EC837DE4-0CB9-4692-B488-445D258046C5}" srcOrd="0" destOrd="0" presId="urn:microsoft.com/office/officeart/2005/8/layout/hierarchy1"/>
    <dgm:cxn modelId="{AC952724-BCEB-49D3-856E-C278A1E35E7E}" srcId="{C4898BE6-BBF8-468F-AE25-9D56C79F2ADF}" destId="{FD3472A8-8521-4AA3-A8AF-D320F1D8E6DC}" srcOrd="0" destOrd="0" parTransId="{D481EF13-9003-4E5D-B203-F6D4FF7726B0}" sibTransId="{51AAD502-14A2-4A8F-829C-11679F8874E3}"/>
    <dgm:cxn modelId="{3A5A2D3F-D815-4A41-B0E7-59AD02549D8A}" type="presOf" srcId="{93DAA48C-145F-4468-AA17-18C620C0BE5B}" destId="{567DB50B-D4E5-4C3E-A064-F699D3F913AE}" srcOrd="0" destOrd="0" presId="urn:microsoft.com/office/officeart/2005/8/layout/hierarchy1"/>
    <dgm:cxn modelId="{8DA47747-0212-44BD-98EB-8428BFF356D3}" type="presOf" srcId="{B8CC9634-9509-45E8-8AED-381559D290B4}" destId="{605397C5-DF5B-4B2E-B898-502AAD49662F}" srcOrd="0" destOrd="0" presId="urn:microsoft.com/office/officeart/2005/8/layout/hierarchy1"/>
    <dgm:cxn modelId="{C0CA674B-7A35-474C-A2FD-8A7FC22A3A9A}" type="presOf" srcId="{6F1182D4-C2E3-4585-93B8-76D9ABF7EDCB}" destId="{4869DAF7-A2AF-468E-8087-2491F5AF6A0F}" srcOrd="0" destOrd="0" presId="urn:microsoft.com/office/officeart/2005/8/layout/hierarchy1"/>
    <dgm:cxn modelId="{D2A2A175-B92E-4E58-BCE0-26FC444C365D}" type="presOf" srcId="{C4898BE6-BBF8-468F-AE25-9D56C79F2ADF}" destId="{A124A33B-9A2B-4EC3-83CF-8FF9DCD630BC}" srcOrd="0" destOrd="0" presId="urn:microsoft.com/office/officeart/2005/8/layout/hierarchy1"/>
    <dgm:cxn modelId="{C854BE75-6E6B-4A24-985D-C62482217E2B}" type="presOf" srcId="{FD3472A8-8521-4AA3-A8AF-D320F1D8E6DC}" destId="{CE4D9EB4-A13C-46EA-B913-70A89409F446}" srcOrd="0" destOrd="0" presId="urn:microsoft.com/office/officeart/2005/8/layout/hierarchy1"/>
    <dgm:cxn modelId="{BCEFC978-6AA8-4787-B87D-51BE8A8332E4}" type="presOf" srcId="{2C9B112E-987B-46FE-9809-1B4E81A65F33}" destId="{8BA3AC4D-5936-4FE0-BB05-FC7835C67F4F}" srcOrd="0" destOrd="0" presId="urn:microsoft.com/office/officeart/2005/8/layout/hierarchy1"/>
    <dgm:cxn modelId="{2C452180-F12C-4C71-BF1F-91090EC38535}" type="presOf" srcId="{FA957695-9AD7-4B21-94F8-3F640D81B14D}" destId="{CC513BFB-8362-4DF7-A44D-D0339B60B2DB}" srcOrd="0" destOrd="0" presId="urn:microsoft.com/office/officeart/2005/8/layout/hierarchy1"/>
    <dgm:cxn modelId="{963F6283-D369-4583-9D47-03BE8947DD5B}" srcId="{1CB90967-DEEF-403D-9DF6-CEA3C99DBFD2}" destId="{2C9B112E-987B-46FE-9809-1B4E81A65F33}" srcOrd="0" destOrd="0" parTransId="{D4B23282-CE60-4C30-8D2E-B8A8D419F8CB}" sibTransId="{94E8200D-69EC-4D06-984E-5C27FFBDC006}"/>
    <dgm:cxn modelId="{2DE2E996-53E2-493A-A77F-9BB61327C520}" type="presOf" srcId="{7BC69139-EA8B-4835-B25E-06BD348CB9A3}" destId="{3924B000-E014-4A4D-B7AF-9D323ED21DC6}" srcOrd="0" destOrd="0" presId="urn:microsoft.com/office/officeart/2005/8/layout/hierarchy1"/>
    <dgm:cxn modelId="{6B4EE397-8DB5-4203-B66B-96D6A510A578}" type="presOf" srcId="{67375F51-7185-4217-AF4A-5FD112529B43}" destId="{453FC5C5-A1E0-4E0D-AEF9-E55989C7678C}" srcOrd="0" destOrd="0" presId="urn:microsoft.com/office/officeart/2005/8/layout/hierarchy1"/>
    <dgm:cxn modelId="{019F2399-494C-4079-9C9A-52D303DEBF1B}" type="presOf" srcId="{D481EF13-9003-4E5D-B203-F6D4FF7726B0}" destId="{51B51907-E957-4AD8-AB0B-2871FE2A08F5}" srcOrd="0" destOrd="0" presId="urn:microsoft.com/office/officeart/2005/8/layout/hierarchy1"/>
    <dgm:cxn modelId="{21A9D3A5-270C-4811-B399-D14D0EF0146C}" type="presOf" srcId="{B0A860C3-FF80-4E0B-9434-E1E4C365B218}" destId="{2E91E363-38B5-4152-84F4-F4ACAC3B52F7}" srcOrd="0" destOrd="0" presId="urn:microsoft.com/office/officeart/2005/8/layout/hierarchy1"/>
    <dgm:cxn modelId="{1B607BAB-722A-41E7-A091-4F241A0B5DE6}" type="presOf" srcId="{25BF5B19-4241-4A97-9866-0CF4FB3F8CF6}" destId="{3A78A1A9-9CA0-431C-BDEC-74BF91882EC0}" srcOrd="0" destOrd="0" presId="urn:microsoft.com/office/officeart/2005/8/layout/hierarchy1"/>
    <dgm:cxn modelId="{2DE830AE-B3E9-48A3-8D16-C4AA8AA1135F}" srcId="{FA957695-9AD7-4B21-94F8-3F640D81B14D}" destId="{C4898BE6-BBF8-468F-AE25-9D56C79F2ADF}" srcOrd="0" destOrd="0" parTransId="{CC7936DD-C20F-4094-A9A9-FEA82AB33ABC}" sibTransId="{EE84B511-9F92-4915-A7A3-7550EF65ED52}"/>
    <dgm:cxn modelId="{A8BF6EAF-F185-4EF0-879D-F67126921AAB}" srcId="{FD3472A8-8521-4AA3-A8AF-D320F1D8E6DC}" destId="{D95869C6-5D74-4645-A543-FC24FDAEFD9D}" srcOrd="0" destOrd="0" parTransId="{B8CC9634-9509-45E8-8AED-381559D290B4}" sibTransId="{327CA938-0D11-4B68-A80E-8378717F1E89}"/>
    <dgm:cxn modelId="{A07F28B0-AD99-4D63-8034-CAB893B42AB9}" srcId="{C4898BE6-BBF8-468F-AE25-9D56C79F2ADF}" destId="{68F9AB17-9831-4B8D-B9F9-358725A72A3D}" srcOrd="1" destOrd="0" parTransId="{7BC69139-EA8B-4835-B25E-06BD348CB9A3}" sibTransId="{D2147460-CF21-4B26-B97E-1F975754320E}"/>
    <dgm:cxn modelId="{DD3BF3C9-CBB6-40F8-BFAB-7A9C6E4DD9FA}" type="presOf" srcId="{D95869C6-5D74-4645-A543-FC24FDAEFD9D}" destId="{0C682108-0974-4EB4-9D12-5114AD3669E2}" srcOrd="0" destOrd="0" presId="urn:microsoft.com/office/officeart/2005/8/layout/hierarchy1"/>
    <dgm:cxn modelId="{CA61FDCE-8C6F-4DB8-9D0D-9FB386BB684A}" type="presOf" srcId="{68F9AB17-9831-4B8D-B9F9-358725A72A3D}" destId="{26C60037-AA75-412D-9C76-ED110586D991}" srcOrd="0" destOrd="0" presId="urn:microsoft.com/office/officeart/2005/8/layout/hierarchy1"/>
    <dgm:cxn modelId="{FC6D5AE1-C1A6-4866-B675-AF0916BC2AA7}" srcId="{68F9AB17-9831-4B8D-B9F9-358725A72A3D}" destId="{1CB90967-DEEF-403D-9DF6-CEA3C99DBFD2}" srcOrd="1" destOrd="0" parTransId="{6F1182D4-C2E3-4585-93B8-76D9ABF7EDCB}" sibTransId="{C796F6BF-5F2A-43FA-B51F-931613EE0FBB}"/>
    <dgm:cxn modelId="{614D6DEA-22DF-43A4-B4EB-24DC2C59CD69}" type="presOf" srcId="{D4B23282-CE60-4C30-8D2E-B8A8D419F8CB}" destId="{DA176AD9-ECAA-445C-88F3-1F605E6D47DE}" srcOrd="0" destOrd="0" presId="urn:microsoft.com/office/officeart/2005/8/layout/hierarchy1"/>
    <dgm:cxn modelId="{074029C4-3DFD-43B0-AF3E-B297B44B970D}" type="presParOf" srcId="{CC513BFB-8362-4DF7-A44D-D0339B60B2DB}" destId="{9FE5D8B4-02AE-4C32-B6B5-5430C569AE48}" srcOrd="0" destOrd="0" presId="urn:microsoft.com/office/officeart/2005/8/layout/hierarchy1"/>
    <dgm:cxn modelId="{FAB29D18-F3A9-48BE-9CDF-C50FFFA9B3C0}" type="presParOf" srcId="{9FE5D8B4-02AE-4C32-B6B5-5430C569AE48}" destId="{1B7D9E87-55A3-4D73-863D-CD63CFCFB6D1}" srcOrd="0" destOrd="0" presId="urn:microsoft.com/office/officeart/2005/8/layout/hierarchy1"/>
    <dgm:cxn modelId="{732D9188-E13C-4F82-A078-380B36235F6B}" type="presParOf" srcId="{1B7D9E87-55A3-4D73-863D-CD63CFCFB6D1}" destId="{9BB5D48B-BA25-4CB5-8E4E-CF76EE7FC83E}" srcOrd="0" destOrd="0" presId="urn:microsoft.com/office/officeart/2005/8/layout/hierarchy1"/>
    <dgm:cxn modelId="{68B467D3-DDBE-4441-9F99-EAA7C9A87B48}" type="presParOf" srcId="{1B7D9E87-55A3-4D73-863D-CD63CFCFB6D1}" destId="{A124A33B-9A2B-4EC3-83CF-8FF9DCD630BC}" srcOrd="1" destOrd="0" presId="urn:microsoft.com/office/officeart/2005/8/layout/hierarchy1"/>
    <dgm:cxn modelId="{56108FE6-85C2-499A-A770-91C6DC8B116C}" type="presParOf" srcId="{9FE5D8B4-02AE-4C32-B6B5-5430C569AE48}" destId="{A73822D9-9DB1-4AEB-83B1-EF9AE106784B}" srcOrd="1" destOrd="0" presId="urn:microsoft.com/office/officeart/2005/8/layout/hierarchy1"/>
    <dgm:cxn modelId="{6FBDACE4-2132-403C-B28E-6E721E5B82B9}" type="presParOf" srcId="{A73822D9-9DB1-4AEB-83B1-EF9AE106784B}" destId="{51B51907-E957-4AD8-AB0B-2871FE2A08F5}" srcOrd="0" destOrd="0" presId="urn:microsoft.com/office/officeart/2005/8/layout/hierarchy1"/>
    <dgm:cxn modelId="{B53DA4B2-648E-4FC3-9DCD-D3C40C0CD26D}" type="presParOf" srcId="{A73822D9-9DB1-4AEB-83B1-EF9AE106784B}" destId="{9140BA51-F39A-4611-8FFC-E54917290ED6}" srcOrd="1" destOrd="0" presId="urn:microsoft.com/office/officeart/2005/8/layout/hierarchy1"/>
    <dgm:cxn modelId="{A8DBC98E-3DBD-472A-8EA4-D2799AB82E0C}" type="presParOf" srcId="{9140BA51-F39A-4611-8FFC-E54917290ED6}" destId="{EE086069-B996-4B98-B2D0-E777C2EC0C53}" srcOrd="0" destOrd="0" presId="urn:microsoft.com/office/officeart/2005/8/layout/hierarchy1"/>
    <dgm:cxn modelId="{61CD345C-868F-4B72-87D5-57575E9875C4}" type="presParOf" srcId="{EE086069-B996-4B98-B2D0-E777C2EC0C53}" destId="{26745D2C-A6D2-4E7A-870E-69324B55AE23}" srcOrd="0" destOrd="0" presId="urn:microsoft.com/office/officeart/2005/8/layout/hierarchy1"/>
    <dgm:cxn modelId="{2CDEA140-A60D-4E77-98FB-294269412D9D}" type="presParOf" srcId="{EE086069-B996-4B98-B2D0-E777C2EC0C53}" destId="{CE4D9EB4-A13C-46EA-B913-70A89409F446}" srcOrd="1" destOrd="0" presId="urn:microsoft.com/office/officeart/2005/8/layout/hierarchy1"/>
    <dgm:cxn modelId="{DEC8E77E-F1D7-49E1-A152-9193DDDED414}" type="presParOf" srcId="{9140BA51-F39A-4611-8FFC-E54917290ED6}" destId="{D144B388-0F65-4B37-8BF1-5C1F795F5FD0}" srcOrd="1" destOrd="0" presId="urn:microsoft.com/office/officeart/2005/8/layout/hierarchy1"/>
    <dgm:cxn modelId="{7A538F1E-A99D-4CA8-8BAD-C1678E96B1E2}" type="presParOf" srcId="{D144B388-0F65-4B37-8BF1-5C1F795F5FD0}" destId="{605397C5-DF5B-4B2E-B898-502AAD49662F}" srcOrd="0" destOrd="0" presId="urn:microsoft.com/office/officeart/2005/8/layout/hierarchy1"/>
    <dgm:cxn modelId="{CBC5F49E-BE9E-4496-A216-8090F61D3919}" type="presParOf" srcId="{D144B388-0F65-4B37-8BF1-5C1F795F5FD0}" destId="{087AD559-99C1-4C73-A843-8D33D90E5B2E}" srcOrd="1" destOrd="0" presId="urn:microsoft.com/office/officeart/2005/8/layout/hierarchy1"/>
    <dgm:cxn modelId="{EDCA8F93-8EFE-48E0-B8E0-35628366A398}" type="presParOf" srcId="{087AD559-99C1-4C73-A843-8D33D90E5B2E}" destId="{1EA000FC-92BE-4BFB-ADFF-9EB57EF2207F}" srcOrd="0" destOrd="0" presId="urn:microsoft.com/office/officeart/2005/8/layout/hierarchy1"/>
    <dgm:cxn modelId="{8AB2AA36-A3E2-4178-B28D-D822A6150481}" type="presParOf" srcId="{1EA000FC-92BE-4BFB-ADFF-9EB57EF2207F}" destId="{B5FFB510-727A-446A-A552-67F06A818F7B}" srcOrd="0" destOrd="0" presId="urn:microsoft.com/office/officeart/2005/8/layout/hierarchy1"/>
    <dgm:cxn modelId="{C60A18BB-F3F6-413A-A646-76B3A1707321}" type="presParOf" srcId="{1EA000FC-92BE-4BFB-ADFF-9EB57EF2207F}" destId="{0C682108-0974-4EB4-9D12-5114AD3669E2}" srcOrd="1" destOrd="0" presId="urn:microsoft.com/office/officeart/2005/8/layout/hierarchy1"/>
    <dgm:cxn modelId="{4F055B11-2688-43A5-B3D2-38688535D096}" type="presParOf" srcId="{087AD559-99C1-4C73-A843-8D33D90E5B2E}" destId="{0A7B8EE5-0D5F-414A-B7B3-94D2A4F0DACB}" srcOrd="1" destOrd="0" presId="urn:microsoft.com/office/officeart/2005/8/layout/hierarchy1"/>
    <dgm:cxn modelId="{1F7A4F6F-E67B-4076-82F1-61BAE44ED6A1}" type="presParOf" srcId="{A73822D9-9DB1-4AEB-83B1-EF9AE106784B}" destId="{3924B000-E014-4A4D-B7AF-9D323ED21DC6}" srcOrd="2" destOrd="0" presId="urn:microsoft.com/office/officeart/2005/8/layout/hierarchy1"/>
    <dgm:cxn modelId="{77CE404E-5101-417F-AF9B-B5EABAC1FCD7}" type="presParOf" srcId="{A73822D9-9DB1-4AEB-83B1-EF9AE106784B}" destId="{9F5A6415-983C-47F3-BDD9-9176456C780D}" srcOrd="3" destOrd="0" presId="urn:microsoft.com/office/officeart/2005/8/layout/hierarchy1"/>
    <dgm:cxn modelId="{5AA2F807-3CC0-44F1-91A9-C76C76A977CB}" type="presParOf" srcId="{9F5A6415-983C-47F3-BDD9-9176456C780D}" destId="{FBD2D759-5AFF-41D0-8B57-15BD19D540D1}" srcOrd="0" destOrd="0" presId="urn:microsoft.com/office/officeart/2005/8/layout/hierarchy1"/>
    <dgm:cxn modelId="{7944A880-A185-4971-ACBA-6F79C5E9E47E}" type="presParOf" srcId="{FBD2D759-5AFF-41D0-8B57-15BD19D540D1}" destId="{BA0685A2-7D09-4702-9D1C-35BD9B3624C8}" srcOrd="0" destOrd="0" presId="urn:microsoft.com/office/officeart/2005/8/layout/hierarchy1"/>
    <dgm:cxn modelId="{043E3F22-2698-4C18-8E98-8E50C3CFD855}" type="presParOf" srcId="{FBD2D759-5AFF-41D0-8B57-15BD19D540D1}" destId="{26C60037-AA75-412D-9C76-ED110586D991}" srcOrd="1" destOrd="0" presId="urn:microsoft.com/office/officeart/2005/8/layout/hierarchy1"/>
    <dgm:cxn modelId="{1C773C27-F835-4890-95DA-8DE53483D159}" type="presParOf" srcId="{9F5A6415-983C-47F3-BDD9-9176456C780D}" destId="{FB3FB7D7-53D2-41A4-BFD1-B674119EE755}" srcOrd="1" destOrd="0" presId="urn:microsoft.com/office/officeart/2005/8/layout/hierarchy1"/>
    <dgm:cxn modelId="{8ACEF47B-10C4-478A-A45B-D1C6AB5F3150}" type="presParOf" srcId="{FB3FB7D7-53D2-41A4-BFD1-B674119EE755}" destId="{2E91E363-38B5-4152-84F4-F4ACAC3B52F7}" srcOrd="0" destOrd="0" presId="urn:microsoft.com/office/officeart/2005/8/layout/hierarchy1"/>
    <dgm:cxn modelId="{AFCCE344-E0A0-4098-BA96-C6894DF2A17B}" type="presParOf" srcId="{FB3FB7D7-53D2-41A4-BFD1-B674119EE755}" destId="{545201AB-6A7F-4519-B734-6AFC8524F989}" srcOrd="1" destOrd="0" presId="urn:microsoft.com/office/officeart/2005/8/layout/hierarchy1"/>
    <dgm:cxn modelId="{F0858B98-E331-4ECE-B399-D58DBD628E60}" type="presParOf" srcId="{545201AB-6A7F-4519-B734-6AFC8524F989}" destId="{0FFEC4DE-982D-4A70-8B6D-62C0C37DE370}" srcOrd="0" destOrd="0" presId="urn:microsoft.com/office/officeart/2005/8/layout/hierarchy1"/>
    <dgm:cxn modelId="{3485EC16-3F87-4921-900C-604848F46953}" type="presParOf" srcId="{0FFEC4DE-982D-4A70-8B6D-62C0C37DE370}" destId="{B6DD7F9A-D95F-46CC-8A78-3721F8B589FB}" srcOrd="0" destOrd="0" presId="urn:microsoft.com/office/officeart/2005/8/layout/hierarchy1"/>
    <dgm:cxn modelId="{49D77078-57A6-4DAC-9C78-D2C5152BF256}" type="presParOf" srcId="{0FFEC4DE-982D-4A70-8B6D-62C0C37DE370}" destId="{567DB50B-D4E5-4C3E-A064-F699D3F913AE}" srcOrd="1" destOrd="0" presId="urn:microsoft.com/office/officeart/2005/8/layout/hierarchy1"/>
    <dgm:cxn modelId="{0831FCFE-87BA-4AD4-9C32-033AE142CF6A}" type="presParOf" srcId="{545201AB-6A7F-4519-B734-6AFC8524F989}" destId="{A8059189-8EB2-443D-A083-DCF8ADE3D107}" srcOrd="1" destOrd="0" presId="urn:microsoft.com/office/officeart/2005/8/layout/hierarchy1"/>
    <dgm:cxn modelId="{7CA09B4B-F739-4718-861F-3DBFDDC9164E}" type="presParOf" srcId="{A8059189-8EB2-443D-A083-DCF8ADE3D107}" destId="{3A78A1A9-9CA0-431C-BDEC-74BF91882EC0}" srcOrd="0" destOrd="0" presId="urn:microsoft.com/office/officeart/2005/8/layout/hierarchy1"/>
    <dgm:cxn modelId="{59573E55-FDE5-4566-8B5B-93C0356818B1}" type="presParOf" srcId="{A8059189-8EB2-443D-A083-DCF8ADE3D107}" destId="{4EE7D059-737B-4958-9E6D-ACDA26AA3FBE}" srcOrd="1" destOrd="0" presId="urn:microsoft.com/office/officeart/2005/8/layout/hierarchy1"/>
    <dgm:cxn modelId="{0F05B697-6F45-4EB1-B324-03E2B10803DC}" type="presParOf" srcId="{4EE7D059-737B-4958-9E6D-ACDA26AA3FBE}" destId="{4FD207DA-4E75-46DA-9638-AD4B7D95B1CF}" srcOrd="0" destOrd="0" presId="urn:microsoft.com/office/officeart/2005/8/layout/hierarchy1"/>
    <dgm:cxn modelId="{5799B828-6EBE-4CEB-A26A-1F78AFE091BA}" type="presParOf" srcId="{4FD207DA-4E75-46DA-9638-AD4B7D95B1CF}" destId="{4896D98D-1F02-4FD9-8D94-4EDBFAFE2E18}" srcOrd="0" destOrd="0" presId="urn:microsoft.com/office/officeart/2005/8/layout/hierarchy1"/>
    <dgm:cxn modelId="{0490111D-E15C-4190-9C90-22062C600150}" type="presParOf" srcId="{4FD207DA-4E75-46DA-9638-AD4B7D95B1CF}" destId="{453FC5C5-A1E0-4E0D-AEF9-E55989C7678C}" srcOrd="1" destOrd="0" presId="urn:microsoft.com/office/officeart/2005/8/layout/hierarchy1"/>
    <dgm:cxn modelId="{0007A984-0452-49E2-A829-7A8E62C2001E}" type="presParOf" srcId="{4EE7D059-737B-4958-9E6D-ACDA26AA3FBE}" destId="{579CE146-70FE-4D2F-806C-DE367622BDCA}" srcOrd="1" destOrd="0" presId="urn:microsoft.com/office/officeart/2005/8/layout/hierarchy1"/>
    <dgm:cxn modelId="{DE8EC91B-08DA-473E-BA23-D117EA6EF33A}" type="presParOf" srcId="{FB3FB7D7-53D2-41A4-BFD1-B674119EE755}" destId="{4869DAF7-A2AF-468E-8087-2491F5AF6A0F}" srcOrd="2" destOrd="0" presId="urn:microsoft.com/office/officeart/2005/8/layout/hierarchy1"/>
    <dgm:cxn modelId="{8E393A0B-D4FC-4B33-BD16-0AE17BFA73F1}" type="presParOf" srcId="{FB3FB7D7-53D2-41A4-BFD1-B674119EE755}" destId="{06D2194B-5987-479E-A5A7-B88AF62A2B8C}" srcOrd="3" destOrd="0" presId="urn:microsoft.com/office/officeart/2005/8/layout/hierarchy1"/>
    <dgm:cxn modelId="{454BBF28-00D9-46BE-8B0A-BB179081C11A}" type="presParOf" srcId="{06D2194B-5987-479E-A5A7-B88AF62A2B8C}" destId="{EE34AA4C-735E-46EE-9EF0-9E59F449BED0}" srcOrd="0" destOrd="0" presId="urn:microsoft.com/office/officeart/2005/8/layout/hierarchy1"/>
    <dgm:cxn modelId="{AF9BDBE5-D072-4194-ACE6-1F9621F8B18C}" type="presParOf" srcId="{EE34AA4C-735E-46EE-9EF0-9E59F449BED0}" destId="{6F4BDCE9-1A45-40B0-BCC4-41E3103F151C}" srcOrd="0" destOrd="0" presId="urn:microsoft.com/office/officeart/2005/8/layout/hierarchy1"/>
    <dgm:cxn modelId="{1A67FE86-04C4-4270-88F6-0B0AA3D39D06}" type="presParOf" srcId="{EE34AA4C-735E-46EE-9EF0-9E59F449BED0}" destId="{EC837DE4-0CB9-4692-B488-445D258046C5}" srcOrd="1" destOrd="0" presId="urn:microsoft.com/office/officeart/2005/8/layout/hierarchy1"/>
    <dgm:cxn modelId="{9735175A-2758-4650-A16A-CD431019A0BF}" type="presParOf" srcId="{06D2194B-5987-479E-A5A7-B88AF62A2B8C}" destId="{C228064B-7BEF-486A-9821-4E0443AA7DB0}" srcOrd="1" destOrd="0" presId="urn:microsoft.com/office/officeart/2005/8/layout/hierarchy1"/>
    <dgm:cxn modelId="{030F6F8E-B363-4607-855A-F98D619270D3}" type="presParOf" srcId="{C228064B-7BEF-486A-9821-4E0443AA7DB0}" destId="{DA176AD9-ECAA-445C-88F3-1F605E6D47DE}" srcOrd="0" destOrd="0" presId="urn:microsoft.com/office/officeart/2005/8/layout/hierarchy1"/>
    <dgm:cxn modelId="{504119A9-D4B0-4F50-867B-EACFF45D88A5}" type="presParOf" srcId="{C228064B-7BEF-486A-9821-4E0443AA7DB0}" destId="{C64848B8-C6F1-4E79-9184-67273FA22941}" srcOrd="1" destOrd="0" presId="urn:microsoft.com/office/officeart/2005/8/layout/hierarchy1"/>
    <dgm:cxn modelId="{88A5565D-C321-4D1E-85D3-65ED9CE14287}" type="presParOf" srcId="{C64848B8-C6F1-4E79-9184-67273FA22941}" destId="{7B37CC55-C46A-4BCF-A52C-5D25E1041A41}" srcOrd="0" destOrd="0" presId="urn:microsoft.com/office/officeart/2005/8/layout/hierarchy1"/>
    <dgm:cxn modelId="{F7A8000D-4B18-4D84-85C1-7C7197132546}" type="presParOf" srcId="{7B37CC55-C46A-4BCF-A52C-5D25E1041A41}" destId="{F472B70A-C26C-43AB-A004-C05B8007B87A}" srcOrd="0" destOrd="0" presId="urn:microsoft.com/office/officeart/2005/8/layout/hierarchy1"/>
    <dgm:cxn modelId="{3A63CAEC-0DFB-4308-A59C-134B643CA43C}" type="presParOf" srcId="{7B37CC55-C46A-4BCF-A52C-5D25E1041A41}" destId="{8BA3AC4D-5936-4FE0-BB05-FC7835C67F4F}" srcOrd="1" destOrd="0" presId="urn:microsoft.com/office/officeart/2005/8/layout/hierarchy1"/>
    <dgm:cxn modelId="{7E66FDCA-53B8-4C21-AFFF-0B9EDEEF1E58}" type="presParOf" srcId="{C64848B8-C6F1-4E79-9184-67273FA22941}" destId="{E895B09A-A5AB-4764-946A-0F0ABD8EC8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76AD9-ECAA-445C-88F3-1F605E6D47DE}">
      <dsp:nvSpPr>
        <dsp:cNvPr id="0" name=""/>
        <dsp:cNvSpPr/>
      </dsp:nvSpPr>
      <dsp:spPr>
        <a:xfrm>
          <a:off x="3865246" y="3381834"/>
          <a:ext cx="91440" cy="3863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63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9DAF7-A2AF-468E-8087-2491F5AF6A0F}">
      <dsp:nvSpPr>
        <dsp:cNvPr id="0" name=""/>
        <dsp:cNvSpPr/>
      </dsp:nvSpPr>
      <dsp:spPr>
        <a:xfrm>
          <a:off x="3099256" y="2152093"/>
          <a:ext cx="811709" cy="386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252"/>
              </a:lnTo>
              <a:lnTo>
                <a:pt x="811709" y="263252"/>
              </a:lnTo>
              <a:lnTo>
                <a:pt x="811709" y="3863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78A1A9-9CA0-431C-BDEC-74BF91882EC0}">
      <dsp:nvSpPr>
        <dsp:cNvPr id="0" name=""/>
        <dsp:cNvSpPr/>
      </dsp:nvSpPr>
      <dsp:spPr>
        <a:xfrm>
          <a:off x="2241826" y="3381834"/>
          <a:ext cx="91440" cy="3863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63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91E363-38B5-4152-84F4-F4ACAC3B52F7}">
      <dsp:nvSpPr>
        <dsp:cNvPr id="0" name=""/>
        <dsp:cNvSpPr/>
      </dsp:nvSpPr>
      <dsp:spPr>
        <a:xfrm>
          <a:off x="2287546" y="2152093"/>
          <a:ext cx="811709" cy="386300"/>
        </a:xfrm>
        <a:custGeom>
          <a:avLst/>
          <a:gdLst/>
          <a:ahLst/>
          <a:cxnLst/>
          <a:rect l="0" t="0" r="0" b="0"/>
          <a:pathLst>
            <a:path>
              <a:moveTo>
                <a:pt x="811709" y="0"/>
              </a:moveTo>
              <a:lnTo>
                <a:pt x="811709" y="263252"/>
              </a:lnTo>
              <a:lnTo>
                <a:pt x="0" y="263252"/>
              </a:lnTo>
              <a:lnTo>
                <a:pt x="0" y="3863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24B000-E014-4A4D-B7AF-9D323ED21DC6}">
      <dsp:nvSpPr>
        <dsp:cNvPr id="0" name=""/>
        <dsp:cNvSpPr/>
      </dsp:nvSpPr>
      <dsp:spPr>
        <a:xfrm>
          <a:off x="1881691" y="922353"/>
          <a:ext cx="1217564" cy="386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252"/>
              </a:lnTo>
              <a:lnTo>
                <a:pt x="1217564" y="263252"/>
              </a:lnTo>
              <a:lnTo>
                <a:pt x="1217564" y="3863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5397C5-DF5B-4B2E-B898-502AAD49662F}">
      <dsp:nvSpPr>
        <dsp:cNvPr id="0" name=""/>
        <dsp:cNvSpPr/>
      </dsp:nvSpPr>
      <dsp:spPr>
        <a:xfrm>
          <a:off x="618406" y="2152093"/>
          <a:ext cx="91440" cy="3863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630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51907-E957-4AD8-AB0B-2871FE2A08F5}">
      <dsp:nvSpPr>
        <dsp:cNvPr id="0" name=""/>
        <dsp:cNvSpPr/>
      </dsp:nvSpPr>
      <dsp:spPr>
        <a:xfrm>
          <a:off x="664126" y="922353"/>
          <a:ext cx="1217564" cy="386300"/>
        </a:xfrm>
        <a:custGeom>
          <a:avLst/>
          <a:gdLst/>
          <a:ahLst/>
          <a:cxnLst/>
          <a:rect l="0" t="0" r="0" b="0"/>
          <a:pathLst>
            <a:path>
              <a:moveTo>
                <a:pt x="1217564" y="0"/>
              </a:moveTo>
              <a:lnTo>
                <a:pt x="1217564" y="263252"/>
              </a:lnTo>
              <a:lnTo>
                <a:pt x="0" y="263252"/>
              </a:lnTo>
              <a:lnTo>
                <a:pt x="0" y="3863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B5D48B-BA25-4CB5-8E4E-CF76EE7FC83E}">
      <dsp:nvSpPr>
        <dsp:cNvPr id="0" name=""/>
        <dsp:cNvSpPr/>
      </dsp:nvSpPr>
      <dsp:spPr>
        <a:xfrm>
          <a:off x="1135439" y="78912"/>
          <a:ext cx="1492504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4A33B-9A2B-4EC3-83CF-8FF9DCD630BC}">
      <dsp:nvSpPr>
        <dsp:cNvPr id="0" name=""/>
        <dsp:cNvSpPr/>
      </dsp:nvSpPr>
      <dsp:spPr>
        <a:xfrm>
          <a:off x="1283022" y="219117"/>
          <a:ext cx="1492504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/>
            <a:t>Classificazione dei termini </a:t>
          </a:r>
          <a:br>
            <a:rPr lang="it-IT" sz="1100" b="1" kern="1200" dirty="0"/>
          </a:br>
          <a:r>
            <a:rPr lang="it-IT" sz="1100" b="1" kern="1200" dirty="0"/>
            <a:t>(artt. 152-155 c.p.c.)</a:t>
          </a:r>
        </a:p>
      </dsp:txBody>
      <dsp:txXfrm>
        <a:off x="1307726" y="243821"/>
        <a:ext cx="1443096" cy="794032"/>
      </dsp:txXfrm>
    </dsp:sp>
    <dsp:sp modelId="{26745D2C-A6D2-4E7A-870E-69324B55AE23}">
      <dsp:nvSpPr>
        <dsp:cNvPr id="0" name=""/>
        <dsp:cNvSpPr/>
      </dsp:nvSpPr>
      <dsp:spPr>
        <a:xfrm>
          <a:off x="0" y="1308653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D9EB4-A13C-46EA-B913-70A89409F446}">
      <dsp:nvSpPr>
        <dsp:cNvPr id="0" name=""/>
        <dsp:cNvSpPr/>
      </dsp:nvSpPr>
      <dsp:spPr>
        <a:xfrm>
          <a:off x="147583" y="1448857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Dilatori</a:t>
          </a:r>
        </a:p>
      </dsp:txBody>
      <dsp:txXfrm>
        <a:off x="172287" y="1473561"/>
        <a:ext cx="1278844" cy="794032"/>
      </dsp:txXfrm>
    </dsp:sp>
    <dsp:sp modelId="{B5FFB510-727A-446A-A552-67F06A818F7B}">
      <dsp:nvSpPr>
        <dsp:cNvPr id="0" name=""/>
        <dsp:cNvSpPr/>
      </dsp:nvSpPr>
      <dsp:spPr>
        <a:xfrm>
          <a:off x="0" y="2538393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82108-0974-4EB4-9D12-5114AD3669E2}">
      <dsp:nvSpPr>
        <dsp:cNvPr id="0" name=""/>
        <dsp:cNvSpPr/>
      </dsp:nvSpPr>
      <dsp:spPr>
        <a:xfrm>
          <a:off x="147583" y="2678598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fissano un limite minimo prima del quale non si può agire</a:t>
          </a:r>
        </a:p>
      </dsp:txBody>
      <dsp:txXfrm>
        <a:off x="172287" y="2703302"/>
        <a:ext cx="1278844" cy="794032"/>
      </dsp:txXfrm>
    </dsp:sp>
    <dsp:sp modelId="{BA0685A2-7D09-4702-9D1C-35BD9B3624C8}">
      <dsp:nvSpPr>
        <dsp:cNvPr id="0" name=""/>
        <dsp:cNvSpPr/>
      </dsp:nvSpPr>
      <dsp:spPr>
        <a:xfrm>
          <a:off x="2435129" y="1308653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60037-AA75-412D-9C76-ED110586D991}">
      <dsp:nvSpPr>
        <dsp:cNvPr id="0" name=""/>
        <dsp:cNvSpPr/>
      </dsp:nvSpPr>
      <dsp:spPr>
        <a:xfrm>
          <a:off x="2582713" y="1448857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Acceleratori</a:t>
          </a:r>
        </a:p>
      </dsp:txBody>
      <dsp:txXfrm>
        <a:off x="2607417" y="1473561"/>
        <a:ext cx="1278844" cy="794032"/>
      </dsp:txXfrm>
    </dsp:sp>
    <dsp:sp modelId="{B6DD7F9A-D95F-46CC-8A78-3721F8B589FB}">
      <dsp:nvSpPr>
        <dsp:cNvPr id="0" name=""/>
        <dsp:cNvSpPr/>
      </dsp:nvSpPr>
      <dsp:spPr>
        <a:xfrm>
          <a:off x="1623419" y="2538393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DB50B-D4E5-4C3E-A064-F699D3F913AE}">
      <dsp:nvSpPr>
        <dsp:cNvPr id="0" name=""/>
        <dsp:cNvSpPr/>
      </dsp:nvSpPr>
      <dsp:spPr>
        <a:xfrm>
          <a:off x="1771003" y="2678598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Ordinatori</a:t>
          </a:r>
        </a:p>
      </dsp:txBody>
      <dsp:txXfrm>
        <a:off x="1795707" y="2703302"/>
        <a:ext cx="1278844" cy="794032"/>
      </dsp:txXfrm>
    </dsp:sp>
    <dsp:sp modelId="{4896D98D-1F02-4FD9-8D94-4EDBFAFE2E18}">
      <dsp:nvSpPr>
        <dsp:cNvPr id="0" name=""/>
        <dsp:cNvSpPr/>
      </dsp:nvSpPr>
      <dsp:spPr>
        <a:xfrm>
          <a:off x="1623419" y="3768134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FC5C5-A1E0-4E0D-AEF9-E55989C7678C}">
      <dsp:nvSpPr>
        <dsp:cNvPr id="0" name=""/>
        <dsp:cNvSpPr/>
      </dsp:nvSpPr>
      <dsp:spPr>
        <a:xfrm>
          <a:off x="1771003" y="3908338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non comportano decadenze rigide (salvo deroghe).</a:t>
          </a:r>
        </a:p>
      </dsp:txBody>
      <dsp:txXfrm>
        <a:off x="1795707" y="3933042"/>
        <a:ext cx="1278844" cy="794032"/>
      </dsp:txXfrm>
    </dsp:sp>
    <dsp:sp modelId="{6F4BDCE9-1A45-40B0-BCC4-41E3103F151C}">
      <dsp:nvSpPr>
        <dsp:cNvPr id="0" name=""/>
        <dsp:cNvSpPr/>
      </dsp:nvSpPr>
      <dsp:spPr>
        <a:xfrm>
          <a:off x="3246839" y="2538393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37DE4-0CB9-4692-B488-445D258046C5}">
      <dsp:nvSpPr>
        <dsp:cNvPr id="0" name=""/>
        <dsp:cNvSpPr/>
      </dsp:nvSpPr>
      <dsp:spPr>
        <a:xfrm>
          <a:off x="3394423" y="2678598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Perentori</a:t>
          </a:r>
        </a:p>
      </dsp:txBody>
      <dsp:txXfrm>
        <a:off x="3419127" y="2703302"/>
        <a:ext cx="1278844" cy="794032"/>
      </dsp:txXfrm>
    </dsp:sp>
    <dsp:sp modelId="{F472B70A-C26C-43AB-A004-C05B8007B87A}">
      <dsp:nvSpPr>
        <dsp:cNvPr id="0" name=""/>
        <dsp:cNvSpPr/>
      </dsp:nvSpPr>
      <dsp:spPr>
        <a:xfrm>
          <a:off x="3246839" y="3768134"/>
          <a:ext cx="1328252" cy="843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3AC4D-5936-4FE0-BB05-FC7835C67F4F}">
      <dsp:nvSpPr>
        <dsp:cNvPr id="0" name=""/>
        <dsp:cNvSpPr/>
      </dsp:nvSpPr>
      <dsp:spPr>
        <a:xfrm>
          <a:off x="3394423" y="3908338"/>
          <a:ext cx="1328252" cy="843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 dirty="0"/>
            <a:t>solo questi determinano effetti preclusivi</a:t>
          </a:r>
          <a:endParaRPr lang="it-IT" sz="1200" kern="1200" dirty="0"/>
        </a:p>
      </dsp:txBody>
      <dsp:txXfrm>
        <a:off x="3419127" y="3933042"/>
        <a:ext cx="1278844" cy="794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15EDA5B-6AC6-D0DF-3A50-96B699C17D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6955A38-69FC-E83E-F221-73FCF4F538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E977173-088C-4D01-94C2-5934C0344CDF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790D5F66-9949-8255-D894-8DF8F6C4C90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FFE9ECD5-56B2-C56C-24DC-5BA9514D61D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E6A0D09-E6B1-41A0-A316-D5E384D5DF09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ED64F88-F294-FA85-0619-004A41C597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8329EA0-51E2-4D7E-FC0A-F445B7BAD0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FBBDE80-8B86-4369-B917-CC0554C1C6E2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A7814B06-1B98-05F9-C1D4-C06A5A809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004CA3BD-8BF9-AB17-33AD-A24A39162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9ACF46-DA3D-1FF9-7B8B-C0F2955AA3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BD0058-B701-6206-FFA7-84A929868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246FA25-8BFF-46E9-8E64-B17E119029EB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PlaceHolder 1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0413" cy="3427413"/>
          </a:xfrm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813" cy="4113213"/>
          </a:xfrm>
        </p:spPr>
        <p:txBody>
          <a:bodyPr/>
          <a:lstStyle/>
          <a:p>
            <a:pPr fontAlgn="auto"/>
            <a:endParaRPr lang="it-IT" sz="2000" spc="-1" noProof="1"/>
          </a:p>
        </p:txBody>
      </p:sp>
      <p:sp>
        <p:nvSpPr>
          <p:cNvPr id="466" name="CustomShape 3"/>
          <p:cNvSpPr/>
          <p:nvPr/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Segnaposto piè di pagina 1"/>
          <p:cNvSpPr>
            <a:spLocks noGrp="1"/>
          </p:cNvSpPr>
          <p:nvPr>
            <p:ph type="ftr" idx="10"/>
          </p:nvPr>
        </p:nvSpPr>
        <p:spPr>
          <a:xfrm>
            <a:off x="0" y="10156825"/>
            <a:ext cx="3281363" cy="534988"/>
          </a:xfrm>
          <a:prstGeom prst="rect">
            <a:avLst/>
          </a:prstGeom>
        </p:spPr>
        <p:txBody>
          <a:bodyPr lIns="0" tIns="0" rIns="0" bIns="0" anchor="b"/>
          <a:lstStyle/>
          <a:p>
            <a:pPr fontAlgn="auto"/>
            <a:r>
              <a:rPr lang="it-IT" sz="1400" spc="-1" noProof="1">
                <a:latin typeface="Times New Roman" panose="02020603050405020304"/>
                <a:ea typeface="+mn-ea"/>
                <a:cs typeface="+mn-cs"/>
              </a:rPr>
              <a:t>&lt;piè di pagina&gt;</a:t>
            </a:r>
          </a:p>
        </p:txBody>
      </p:sp>
    </p:spTree>
    <p:extLst>
      <p:ext uri="{BB962C8B-B14F-4D97-AF65-F5344CB8AC3E}">
        <p14:creationId xmlns:p14="http://schemas.microsoft.com/office/powerpoint/2010/main" val="4047478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A464B3AB-D664-1841-CC1C-23AE0CC5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4499A-3C7D-4599-A5FD-E6B4B4407174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61DC2351-32D0-8CB0-C2B8-01CCC5BD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941F40CB-3E61-FCA9-F0F8-4615D7AC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64F7F-D4A9-4BE5-A8F1-A94531BF1FC5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7563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60CDC6E2-D465-CE03-5EAF-4FBBB997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9690C-4A7F-46CC-83CB-E6E14615AC53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4D59914E-975A-4E0B-BAEE-4EB70F8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AB75DC-42AD-4721-B4E3-28BC6D51C427}" type="slidenum">
              <a:rPr lang="it-IT" altLang="it-IT"/>
              <a:pPr/>
              <a:t>‹N›</a:t>
            </a:fld>
            <a:endParaRPr lang="it-IT" altLang="it-IT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6CAB0219-BDC5-3B90-5F99-F2E13097B8E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03848" y="274637"/>
            <a:ext cx="5482952" cy="5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45D62C-E654-C263-9EA3-877C7CDA0E9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8403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4525963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9E1E8E-1E66-E4DE-76DB-3360A956A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4463F5-AD37-4159-B2AB-FABCB5814DAC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C2F0A5-BC27-ED9F-627E-662FB45D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08379-8EB3-4E6F-83EB-7BB471B99D8E}" type="slidenum">
              <a:rPr lang="it-IT" altLang="it-IT"/>
              <a:pPr/>
              <a:t>‹N›</a:t>
            </a:fld>
            <a:endParaRPr lang="it-IT" alt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2B904686-1575-B18C-2A8E-AC04ACBE505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03848" y="274637"/>
            <a:ext cx="5482952" cy="5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412452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50B6EF-CF5B-9A4E-2CEE-4330B14A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FA6421-9FC3-C17A-5A58-056D94EDA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84CBFD-8B1A-55F4-D12A-AC5FCCFC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B779-D9E9-472F-9B9F-BF54BA19D082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C22FE3-827F-9BB7-3E32-265D14D0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252F43-D1D0-8916-98DB-C516B413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5495D-AE54-4C5D-8645-74864384DBA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101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BDAD23A3-9655-13F7-DD1E-EF457CA8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FD84A-AE28-4C45-BA43-9436861CA2C5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D0CB08F7-BBEF-F939-8DDC-B2E190C7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AABAD14E-FDCF-0D08-1441-A514BDAF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D8B376-B478-4255-BDA1-C2899DE21EB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2543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>
            <a:extLst>
              <a:ext uri="{FF2B5EF4-FFF2-40B4-BE49-F238E27FC236}">
                <a16:creationId xmlns:a16="http://schemas.microsoft.com/office/drawing/2014/main" id="{E0098A11-5810-B82D-FE84-A00F730893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Segnaposto testo 2">
            <a:extLst>
              <a:ext uri="{FF2B5EF4-FFF2-40B4-BE49-F238E27FC236}">
                <a16:creationId xmlns:a16="http://schemas.microsoft.com/office/drawing/2014/main" id="{81250CEC-4E88-09A6-77ED-95A4A81AA9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4E49C0-C5C5-B3E8-36DB-81EA75BCF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3FB3F6B-FB72-4985-943C-FD5D8B2D7C68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D5C285-C44C-9908-154B-F29659C63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D2A8D2-528E-0210-9131-BA11FE879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0462872-0DFA-4B64-B0D0-947595A645AF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egnaposto titolo 1">
            <a:extLst>
              <a:ext uri="{FF2B5EF4-FFF2-40B4-BE49-F238E27FC236}">
                <a16:creationId xmlns:a16="http://schemas.microsoft.com/office/drawing/2014/main" id="{9ACF4CC4-65EF-5CC8-FA1F-09A5BAE29B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203848" y="274637"/>
            <a:ext cx="5482952" cy="5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2051" name="Segnaposto testo 2">
            <a:extLst>
              <a:ext uri="{FF2B5EF4-FFF2-40B4-BE49-F238E27FC236}">
                <a16:creationId xmlns:a16="http://schemas.microsoft.com/office/drawing/2014/main" id="{31309B26-0EAD-22BA-A0C6-162D477F64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2F1968-0255-317E-C3FC-939C569D2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09" y="6597354"/>
            <a:ext cx="2133600" cy="2606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E7F8493-A511-495A-A0B3-B6E0695A9CFF}" type="datetimeFigureOut">
              <a:rPr lang="it-IT"/>
              <a:pPr>
                <a:defRPr/>
              </a:pPr>
              <a:t>29/04/2026</a:t>
            </a:fld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ADFAAC-68C3-2F4F-BFA6-3E8578D77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82791" y="6583365"/>
            <a:ext cx="2133600" cy="26064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6308C92-C86F-4C73-B448-C8700DD9151A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egnaposto titolo 1">
            <a:extLst>
              <a:ext uri="{FF2B5EF4-FFF2-40B4-BE49-F238E27FC236}">
                <a16:creationId xmlns:a16="http://schemas.microsoft.com/office/drawing/2014/main" id="{D7397FAA-0D72-9552-A513-284B36CA9CF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3075" name="Segnaposto testo 2">
            <a:extLst>
              <a:ext uri="{FF2B5EF4-FFF2-40B4-BE49-F238E27FC236}">
                <a16:creationId xmlns:a16="http://schemas.microsoft.com/office/drawing/2014/main" id="{2D6529C7-6789-73C7-0E02-44DF6F4C24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AF7647-2FCB-672B-45C8-928F262DB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B2FB728-FB3D-41D3-8CCD-CB23F71EB8E7}" type="datetimeFigureOut">
              <a:rPr lang="it-IT"/>
              <a:pPr>
                <a:defRPr/>
              </a:pPr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741C5-4F8F-A2A9-1B36-9A6D472A6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4664C2-443D-2CB2-6C70-C7DEA2E9F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E2CD44A5-796A-47E4-ADC2-E1C12F32D5FE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rtecostituzionale.it/stampa-pdf-pronuncia/2005/280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agolab.github.io/MDT-lezioni/2026-04-28/Decadenza/Cass_2022-21135(tassa_auto).pdf" TargetMode="External"/><Relationship Id="rId2" Type="http://schemas.openxmlformats.org/officeDocument/2006/relationships/hyperlink" Target="https://fragolab.github.io/MDT-lezioni/2026-04-28/Decadenza/Cass_2022-8196(decadenza_prima_casa).pdf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algiure.giustizia.it/xway/application/nif/clean/hc.dll?verbo=attach&amp;db=snciv&amp;id=./20251212/snciv@s50@a2025@n32384@tO.clean.pdf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fragolab.github.io/MDT-lezioni/2026-04-28/Decadenza/Cass_2025-33003(appello-tardivo-2953).pdf" TargetMode="External"/><Relationship Id="rId2" Type="http://schemas.openxmlformats.org/officeDocument/2006/relationships/hyperlink" Target="https://fragolab.github.io/MDT-lezioni/2026-04-28/Decadenza/Cass_2016-23397.pdf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algiure.giustizia.it/xway/application/nif/clean/hc.dll?verbo=attach&amp;db=snciv&amp;id=./20240408/snciv@s10@a2024@n09242@tO.clean.pdf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323850" y="4848225"/>
            <a:ext cx="5975350" cy="363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fontAlgn="auto"/>
            <a:r>
              <a:rPr lang="it-IT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Luca Bonfanti</a:t>
            </a:r>
            <a:endParaRPr lang="it-IT" spc="-1" noProof="1"/>
          </a:p>
          <a:p>
            <a:pPr fontAlgn="auto"/>
            <a:r>
              <a:rPr lang="it-IT" i="1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Università Cattolica di Milano</a:t>
            </a:r>
          </a:p>
          <a:p>
            <a:pPr fontAlgn="auto"/>
            <a:r>
              <a:rPr lang="it-IT" i="1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BDC Associati</a:t>
            </a:r>
            <a:endParaRPr lang="it-IT" spc="-1" noProof="1"/>
          </a:p>
        </p:txBody>
      </p:sp>
      <p:sp>
        <p:nvSpPr>
          <p:cNvPr id="121" name="CustomShape 2"/>
          <p:cNvSpPr/>
          <p:nvPr/>
        </p:nvSpPr>
        <p:spPr>
          <a:xfrm>
            <a:off x="337440" y="2714625"/>
            <a:ext cx="5326063" cy="9413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fontAlgn="auto"/>
            <a:r>
              <a:rPr lang="it-IT" sz="2800" b="1" spc="-1" noProof="1">
                <a:solidFill>
                  <a:srgbClr val="FFFFFF"/>
                </a:solidFill>
                <a:latin typeface="Ubuntu" panose="020B0604030602030204"/>
                <a:ea typeface="Ubuntu" panose="020B0604030602030204"/>
              </a:rPr>
              <a:t>Prescrizione e decadenza</a:t>
            </a:r>
            <a:endParaRPr lang="it-IT" sz="2800" b="1" spc="-1" noProof="1">
              <a:solidFill>
                <a:srgbClr val="FFFFFF"/>
              </a:solidFill>
              <a:latin typeface="Ubuntu" panose="020B0604030602030204"/>
            </a:endParaRPr>
          </a:p>
          <a:p>
            <a:pPr fontAlgn="auto"/>
            <a:endParaRPr lang="it-IT" sz="2800" spc="-1" noProof="1"/>
          </a:p>
        </p:txBody>
      </p:sp>
      <p:sp>
        <p:nvSpPr>
          <p:cNvPr id="122" name="CustomShape 3"/>
          <p:cNvSpPr/>
          <p:nvPr/>
        </p:nvSpPr>
        <p:spPr>
          <a:xfrm>
            <a:off x="323850" y="848379"/>
            <a:ext cx="5326063" cy="6740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pPr fontAlgn="auto"/>
            <a:r>
              <a:rPr lang="it-IT" sz="2800" b="1" spc="-1" noProof="1">
                <a:solidFill>
                  <a:srgbClr val="000000"/>
                </a:solidFill>
                <a:latin typeface="Ubuntu" panose="020B0604030602030204"/>
                <a:ea typeface="Ubuntu" panose="020B0604030602030204"/>
              </a:rPr>
              <a:t>Master in Diritto Tributario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8091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570699-E411-D947-0BE3-2084ED19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2C7BBD8-6661-D30D-7652-999877FF0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44824"/>
            <a:ext cx="8229600" cy="4281342"/>
          </a:xfrm>
        </p:spPr>
        <p:txBody>
          <a:bodyPr/>
          <a:lstStyle/>
          <a:p>
            <a:pPr lvl="0"/>
            <a:r>
              <a:rPr lang="it-IT" sz="2400" dirty="0"/>
              <a:t>Inquadrare la funzione del fattore temporale nell'attuazione del prelievo come snodo costituzionalmente necessario (artt. 24, 97 e 53 Cost.)</a:t>
            </a:r>
          </a:p>
          <a:p>
            <a:pPr lvl="0"/>
            <a:r>
              <a:rPr lang="it-IT" sz="2400" dirty="0"/>
              <a:t>Distinguere prescrizione e decadenza, a partire dalla loro disciplina civilistica, per poi misurarne gli adattamenti tributari.</a:t>
            </a:r>
          </a:p>
          <a:p>
            <a:pPr lvl="0"/>
            <a:r>
              <a:rPr lang="it-IT" sz="2400" dirty="0"/>
              <a:t>Seguire la «staffetta» dei termini lungo l'attuazione del tributo: dall'accertamento alla riscossione, fino all'</a:t>
            </a:r>
            <a:r>
              <a:rPr lang="it-IT" sz="2400" i="1" dirty="0" err="1"/>
              <a:t>actio</a:t>
            </a:r>
            <a:r>
              <a:rPr lang="it-IT" sz="2400" i="1" dirty="0"/>
              <a:t> iudicati</a:t>
            </a:r>
            <a:r>
              <a:rPr lang="it-IT" sz="2400" dirty="0"/>
              <a:t>.</a:t>
            </a:r>
          </a:p>
          <a:p>
            <a:pPr lvl="0"/>
            <a:r>
              <a:rPr lang="it-IT" sz="2400" dirty="0"/>
              <a:t>Valutare criticamente le novità normative 2023-2025.</a:t>
            </a:r>
          </a:p>
          <a:p>
            <a:pPr lvl="0"/>
            <a:r>
              <a:rPr lang="it-IT" sz="2400" dirty="0"/>
              <a:t>Confrontare gli orientamenti più recenti della Cassazione.</a:t>
            </a:r>
          </a:p>
        </p:txBody>
      </p:sp>
    </p:spTree>
    <p:extLst>
      <p:ext uri="{BB962C8B-B14F-4D97-AF65-F5344CB8AC3E}">
        <p14:creationId xmlns:p14="http://schemas.microsoft.com/office/powerpoint/2010/main" val="369397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80AF41-69F9-D850-D587-9D5EEA6D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Conteggio dei termini (cenni)</a:t>
            </a:r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7433518E-1C33-9AEC-4DDE-C514FF3E6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263757"/>
              </p:ext>
            </p:extLst>
          </p:nvPr>
        </p:nvGraphicFramePr>
        <p:xfrm>
          <a:off x="209364" y="1470485"/>
          <a:ext cx="4722676" cy="4830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4D8C610-ECBC-AC43-8100-71570E748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883508"/>
              </p:ext>
            </p:extLst>
          </p:nvPr>
        </p:nvGraphicFramePr>
        <p:xfrm>
          <a:off x="5230715" y="1545831"/>
          <a:ext cx="3672408" cy="467999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34795">
                  <a:extLst>
                    <a:ext uri="{9D8B030D-6E8A-4147-A177-3AD203B41FA5}">
                      <a16:colId xmlns:a16="http://schemas.microsoft.com/office/drawing/2014/main" val="2509558652"/>
                    </a:ext>
                  </a:extLst>
                </a:gridCol>
                <a:gridCol w="2737613">
                  <a:extLst>
                    <a:ext uri="{9D8B030D-6E8A-4147-A177-3AD203B41FA5}">
                      <a16:colId xmlns:a16="http://schemas.microsoft.com/office/drawing/2014/main" val="1732852243"/>
                    </a:ext>
                  </a:extLst>
                </a:gridCol>
              </a:tblGrid>
              <a:tr h="54624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Parametro</a:t>
                      </a:r>
                      <a:endParaRPr lang="it-IT" sz="20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Regola Applicativa</a:t>
                      </a:r>
                      <a:endParaRPr lang="it-IT" sz="20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14300" marR="114300" marT="114300" marB="11430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65725"/>
                  </a:ext>
                </a:extLst>
              </a:tr>
              <a:tr h="87104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effectLst/>
                        </a:rPr>
                        <a:t>Conteggio a Giorni</a:t>
                      </a:r>
                      <a:endParaRPr lang="it-IT" sz="2000" b="1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i="1" u="none" strike="noStrike" dirty="0">
                          <a:effectLst/>
                        </a:rPr>
                        <a:t>Dies a quo non </a:t>
                      </a:r>
                      <a:r>
                        <a:rPr lang="it-IT" sz="1200" i="1" u="none" strike="noStrike" dirty="0" err="1">
                          <a:effectLst/>
                        </a:rPr>
                        <a:t>computatur</a:t>
                      </a:r>
                      <a:r>
                        <a:rPr lang="it-IT" sz="1200" u="none" strike="noStrike" dirty="0">
                          <a:effectLst/>
                        </a:rPr>
                        <a:t>: si esclude il giorno iniziale. Il giorno finale si computa (</a:t>
                      </a:r>
                      <a:r>
                        <a:rPr lang="it-IT" sz="1200" i="1" u="none" strike="noStrike" dirty="0" err="1">
                          <a:effectLst/>
                        </a:rPr>
                        <a:t>dies</a:t>
                      </a:r>
                      <a:r>
                        <a:rPr lang="it-IT" sz="1200" i="1" u="none" strike="noStrike" dirty="0">
                          <a:effectLst/>
                        </a:rPr>
                        <a:t> ad </a:t>
                      </a:r>
                      <a:r>
                        <a:rPr lang="it-IT" sz="1200" i="1" u="none" strike="noStrike" dirty="0" err="1">
                          <a:effectLst/>
                        </a:rPr>
                        <a:t>quem</a:t>
                      </a:r>
                      <a:r>
                        <a:rPr lang="it-IT" sz="1200" u="none" strike="noStrike" dirty="0">
                          <a:effectLst/>
                        </a:rPr>
                        <a:t>).</a:t>
                      </a:r>
                      <a:endParaRPr lang="it-IT" sz="2000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25086"/>
                  </a:ext>
                </a:extLst>
              </a:tr>
              <a:tr h="119583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effectLst/>
                        </a:rPr>
                        <a:t>Mesi e Anni</a:t>
                      </a:r>
                      <a:endParaRPr lang="it-IT" sz="2000" b="1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dirty="0">
                          <a:effectLst/>
                        </a:rPr>
                        <a:t>Calcolo "da calendario". Scadenza nel giorno corrispondente del mese/anno finale. Se manca il giorno (es. 29 febbraio), scade l'ultimo giorno del mese.</a:t>
                      </a:r>
                      <a:endParaRPr lang="it-IT" sz="2000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874004"/>
                  </a:ext>
                </a:extLst>
              </a:tr>
              <a:tr h="103343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effectLst/>
                        </a:rPr>
                        <a:t>Giorni Festivi</a:t>
                      </a:r>
                      <a:endParaRPr lang="it-IT" sz="2000" b="1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dirty="0">
                          <a:effectLst/>
                        </a:rPr>
                        <a:t>Si contano normalmente nel periodo. Se la scadenza cade in un festivo, è prorogata al primo giorno seguente non festivo.</a:t>
                      </a:r>
                      <a:endParaRPr lang="it-IT" sz="2000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054237"/>
                  </a:ext>
                </a:extLst>
              </a:tr>
              <a:tr h="103343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b="1" u="none" strike="noStrike" dirty="0">
                          <a:effectLst/>
                        </a:rPr>
                        <a:t>Sabato</a:t>
                      </a:r>
                      <a:endParaRPr lang="it-IT" sz="2000" b="1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200" u="none" strike="noStrike" dirty="0">
                          <a:effectLst/>
                        </a:rPr>
                        <a:t>Equiparato ai festivi per il compimento di atti processuali (proroga al lunedì). Nota: verificare per gli atti di natura impositiva.</a:t>
                      </a:r>
                      <a:endParaRPr lang="it-IT" sz="2000" dirty="0">
                        <a:effectLst/>
                        <a:latin typeface="+mn-lt"/>
                      </a:endParaRPr>
                    </a:p>
                  </a:txBody>
                  <a:tcPr marL="114300" marR="114300" marT="114300" marB="1143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0936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B5B3C49-F574-5CF2-9C57-A4D246010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9764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925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967F1B-D54A-1944-6667-9326ECAE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Il fattore tempo</a:t>
            </a:r>
            <a:br>
              <a:rPr lang="it-IT" sz="3200" dirty="0"/>
            </a:br>
            <a:r>
              <a:rPr lang="it-IT" sz="3200" dirty="0"/>
              <a:t>come limite costituzionale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6A82510-CF46-6F9E-B611-BC74D2454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56792"/>
            <a:ext cx="8229600" cy="4525963"/>
          </a:xfrm>
        </p:spPr>
        <p:txBody>
          <a:bodyPr/>
          <a:lstStyle/>
          <a:p>
            <a:pPr lvl="0"/>
            <a:r>
              <a:rPr lang="it-IT" sz="2400" dirty="0"/>
              <a:t>La previsione di termini non è mera esigenza tecnica ma condizione di legittimità costituzionale dell'azione impositiva.</a:t>
            </a:r>
          </a:p>
          <a:p>
            <a:pPr lvl="0"/>
            <a:r>
              <a:rPr lang="it-IT" sz="2400" dirty="0"/>
              <a:t>Trittico dei principi:</a:t>
            </a:r>
          </a:p>
          <a:p>
            <a:pPr lvl="1"/>
            <a:r>
              <a:rPr lang="it-IT" sz="2000" b="1" dirty="0"/>
              <a:t>certezza </a:t>
            </a:r>
            <a:r>
              <a:rPr lang="it-IT" sz="2000" dirty="0"/>
              <a:t>dei rapporti giuridici </a:t>
            </a:r>
          </a:p>
          <a:p>
            <a:pPr lvl="1"/>
            <a:r>
              <a:rPr lang="it-IT" sz="2000" b="1" dirty="0"/>
              <a:t>buon andamento </a:t>
            </a:r>
            <a:r>
              <a:rPr lang="it-IT" sz="2000" dirty="0"/>
              <a:t>(art. 97) </a:t>
            </a:r>
          </a:p>
          <a:p>
            <a:pPr lvl="1"/>
            <a:r>
              <a:rPr lang="it-IT" sz="2000" b="1" dirty="0"/>
              <a:t>diritto di difesa </a:t>
            </a:r>
            <a:r>
              <a:rPr lang="it-IT" sz="2000" dirty="0"/>
              <a:t>(art. 24).</a:t>
            </a:r>
          </a:p>
          <a:p>
            <a:r>
              <a:rPr lang="it-IT" sz="2400" dirty="0">
                <a:hlinkClick r:id="rId2"/>
              </a:rPr>
              <a:t>Corte Cost. n. 280/2025</a:t>
            </a:r>
            <a:r>
              <a:rPr lang="it-IT" sz="2400" dirty="0"/>
              <a:t> - non è ammesso ex art. 24 Cost. «</a:t>
            </a:r>
            <a:r>
              <a:rPr lang="it-IT" sz="2400" i="1" dirty="0"/>
              <a:t>lasciare il contribuente assoggettato all'azione esecutiva del fisco per un tempo indeterminato</a:t>
            </a:r>
            <a:r>
              <a:rPr lang="it-IT" sz="2400" dirty="0"/>
              <a:t>».</a:t>
            </a:r>
          </a:p>
          <a:p>
            <a:pPr lvl="0"/>
            <a:r>
              <a:rPr lang="it-IT" sz="2400" dirty="0"/>
              <a:t>Ulteriore criterio: </a:t>
            </a:r>
            <a:r>
              <a:rPr lang="it-IT" sz="2400" b="1" dirty="0"/>
              <a:t>proporzionalità </a:t>
            </a:r>
            <a:r>
              <a:rPr lang="it-IT" sz="2400" dirty="0"/>
              <a:t>del termine rispetto alla complessità dell'attività  (</a:t>
            </a:r>
            <a:r>
              <a:rPr lang="it-IT" sz="2000" dirty="0"/>
              <a:t>36-bis vs. 36-ter vs. accertamento</a:t>
            </a:r>
            <a:r>
              <a:rPr lang="it-IT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10308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F1E4B7-7D8D-D353-8979-73C9FE8B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Prescrizione (codice civile)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47823DD-FD00-7230-67A3-58D2DC833ACC}"/>
              </a:ext>
            </a:extLst>
          </p:cNvPr>
          <p:cNvSpPr/>
          <p:nvPr/>
        </p:nvSpPr>
        <p:spPr>
          <a:xfrm>
            <a:off x="1830524" y="1412776"/>
            <a:ext cx="5482952" cy="10081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i="1" dirty="0"/>
              <a:t>Ogni diritto si </a:t>
            </a:r>
            <a:r>
              <a:rPr lang="it-IT" b="1" i="1" dirty="0"/>
              <a:t>estingue</a:t>
            </a:r>
            <a:r>
              <a:rPr lang="it-IT" i="1" dirty="0"/>
              <a:t> per prescrizione</a:t>
            </a:r>
            <a:br>
              <a:rPr lang="it-IT" i="1" dirty="0"/>
            </a:br>
            <a:r>
              <a:rPr lang="it-IT" i="1" dirty="0"/>
              <a:t>quando il titolare non lo esercita</a:t>
            </a:r>
            <a:br>
              <a:rPr lang="it-IT" i="1" dirty="0"/>
            </a:br>
            <a:r>
              <a:rPr lang="it-IT" i="1" dirty="0"/>
              <a:t>per il tempo determinato dalla legge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14FD58-6875-2E4B-DA74-9A1AD9AA7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564904"/>
            <a:ext cx="8229600" cy="2553150"/>
          </a:xfrm>
        </p:spPr>
        <p:txBody>
          <a:bodyPr/>
          <a:lstStyle/>
          <a:p>
            <a:r>
              <a:rPr lang="it-IT" sz="2400" dirty="0"/>
              <a:t>Regola generale (art. 2934 c.c.)</a:t>
            </a:r>
            <a:endParaRPr lang="it-IT" sz="2000" i="1" dirty="0"/>
          </a:p>
          <a:p>
            <a:r>
              <a:rPr lang="it-IT" sz="2400" dirty="0"/>
              <a:t>Funzione pubblicistica: certezza dei rapporti giuridici</a:t>
            </a:r>
          </a:p>
          <a:p>
            <a:r>
              <a:rPr lang="it-IT" sz="2400" dirty="0"/>
              <a:t>Inderogabilità  ex art. 2936 c.c. </a:t>
            </a:r>
          </a:p>
          <a:p>
            <a:r>
              <a:rPr lang="it-IT" sz="2400" dirty="0"/>
              <a:t>Eccezione in senso stretto (art. 2938 c.c.): non rilevabile d'ufficio</a:t>
            </a:r>
          </a:p>
          <a:p>
            <a:r>
              <a:rPr lang="it-IT" sz="2400" dirty="0"/>
              <a:t>Decorrenza (art. 2935 c.c.) dal giorno in cui il diritto </a:t>
            </a:r>
            <a:r>
              <a:rPr lang="it-IT" sz="2400" b="1" dirty="0"/>
              <a:t>può </a:t>
            </a:r>
            <a:r>
              <a:rPr lang="it-IT" sz="2400" dirty="0"/>
              <a:t>essere fatto valere</a:t>
            </a:r>
          </a:p>
          <a:p>
            <a:r>
              <a:rPr lang="it-IT" sz="2400" dirty="0"/>
              <a:t>Sospensione, interruzione (artt. 2943-2945 c.c.)</a:t>
            </a:r>
          </a:p>
          <a:p>
            <a:r>
              <a:rPr lang="it-IT" sz="2400" dirty="0"/>
              <a:t>Riconoscimento del diritto (art. 2944 c.c.)</a:t>
            </a:r>
          </a:p>
        </p:txBody>
      </p:sp>
    </p:spTree>
    <p:extLst>
      <p:ext uri="{BB962C8B-B14F-4D97-AF65-F5344CB8AC3E}">
        <p14:creationId xmlns:p14="http://schemas.microsoft.com/office/powerpoint/2010/main" val="286715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6A3311-02BB-1622-7E50-0C35C8CE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Decadenza (codice civile)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50F956B-87C1-4397-9F20-05776ABF1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Decadenza (artt. 2964-2969 c.c.): opera solo se espressamente prevista dalla legge o dal negozio.</a:t>
            </a:r>
          </a:p>
          <a:p>
            <a:r>
              <a:rPr lang="it-IT" sz="2400" dirty="0"/>
              <a:t>Inapplicabilità  delle norme sulla sospensione e sulla interruzione (art. 2964 c.c.).</a:t>
            </a:r>
          </a:p>
          <a:p>
            <a:r>
              <a:rPr lang="it-IT" sz="2400" dirty="0"/>
              <a:t>Può essere solo impedita dal compimento dello specifico atto previsto dalla norma.</a:t>
            </a:r>
          </a:p>
          <a:p>
            <a:r>
              <a:rPr lang="it-IT" sz="2400" dirty="0"/>
              <a:t>Disciplina differenziata secondo la natura del diritto: </a:t>
            </a:r>
          </a:p>
          <a:p>
            <a:pPr lvl="1"/>
            <a:r>
              <a:rPr lang="it-IT" sz="2000" dirty="0"/>
              <a:t>Diritti indisponibili (rilevabile d'ufficio, non rinunciabile) </a:t>
            </a:r>
          </a:p>
          <a:p>
            <a:pPr lvl="1"/>
            <a:r>
              <a:rPr lang="it-IT" sz="2000" dirty="0"/>
              <a:t>Diritti disponibili (eccezione di parte, rinunciabile).</a:t>
            </a:r>
          </a:p>
          <a:p>
            <a:r>
              <a:rPr lang="it-IT" sz="2400" dirty="0"/>
              <a:t>Una volta impedita, subentra il regime della prescrizione (art. 2967 c.c.).</a:t>
            </a:r>
          </a:p>
        </p:txBody>
      </p:sp>
    </p:spTree>
    <p:extLst>
      <p:ext uri="{BB962C8B-B14F-4D97-AF65-F5344CB8AC3E}">
        <p14:creationId xmlns:p14="http://schemas.microsoft.com/office/powerpoint/2010/main" val="62262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790ADB-E489-ADE8-7533-9836D962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Differenze sostanziali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961FD6B-8C00-A1F3-AA45-F48C6FE48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50669"/>
              </p:ext>
            </p:extLst>
          </p:nvPr>
        </p:nvGraphicFramePr>
        <p:xfrm>
          <a:off x="1115616" y="1988840"/>
          <a:ext cx="7272807" cy="352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834304175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512130879"/>
                    </a:ext>
                  </a:extLst>
                </a:gridCol>
                <a:gridCol w="2592287">
                  <a:extLst>
                    <a:ext uri="{9D8B030D-6E8A-4147-A177-3AD203B41FA5}">
                      <a16:colId xmlns:a16="http://schemas.microsoft.com/office/drawing/2014/main" val="771970091"/>
                    </a:ext>
                  </a:extLst>
                </a:gridCol>
              </a:tblGrid>
              <a:tr h="430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Profilo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Prescrizione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Decadenza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65950"/>
                  </a:ext>
                </a:extLst>
              </a:tr>
              <a:tr h="1062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Fondamento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Inerzia prolungata del titolare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Inazione rispetto a scadenza perentoria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841167"/>
                  </a:ext>
                </a:extLst>
              </a:tr>
              <a:tr h="430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/>
                        <a:t>Interruzione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7876036"/>
                  </a:ext>
                </a:extLst>
              </a:tr>
              <a:tr h="430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/>
                        <a:t>Sospensione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No (di regola)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050291"/>
                  </a:ext>
                </a:extLst>
              </a:tr>
              <a:tr h="430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/>
                        <a:t>Atti impeditivi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Qualsiasi atto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Solo atto tipizzato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21349"/>
                  </a:ext>
                </a:extLst>
              </a:tr>
              <a:tr h="743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i="1"/>
                        <a:t>Dies ad quem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Tendenzialmente fisso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34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1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0EFB23-1910-B046-7001-F4F22929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La peculiare declinazione tributaria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685D51-3027-867C-16F7-AD0FEC406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Dopo la riforma degli anni '70 il Legislatore ha privilegiato la decadenza come clausola di contenimento temporale dell'azione impositiva.</a:t>
            </a:r>
          </a:p>
          <a:p>
            <a:pPr lvl="0"/>
            <a:r>
              <a:rPr lang="it-IT" sz="2400" dirty="0"/>
              <a:t>Ratio: la disciplina tributaria è oggi essenzialmente disciplina di poteri e di soggezione.</a:t>
            </a:r>
          </a:p>
          <a:p>
            <a:r>
              <a:rPr lang="it-IT" sz="2400" dirty="0"/>
              <a:t>Moltiplicazione dei termini decadenziali: variano per imposta, attività e atto.</a:t>
            </a:r>
          </a:p>
          <a:p>
            <a:pPr lvl="0"/>
            <a:r>
              <a:rPr lang="it-IT" sz="2400" dirty="0"/>
              <a:t>Disciplina della decadenza tributaria è ritenuta sostanzialmente esaustiva rispetto al codice civile.</a:t>
            </a:r>
          </a:p>
          <a:p>
            <a:pPr lvl="0"/>
            <a:r>
              <a:rPr lang="it-IT" sz="2400" dirty="0"/>
              <a:t>Disciplina della prescrizione tributaria è invece rarefatta: tornano applicabili, con adattamenti, le regole civilistiche (art. 2946 quale norma residuale decennale).</a:t>
            </a:r>
          </a:p>
        </p:txBody>
      </p:sp>
    </p:spTree>
    <p:extLst>
      <p:ext uri="{BB962C8B-B14F-4D97-AF65-F5344CB8AC3E}">
        <p14:creationId xmlns:p14="http://schemas.microsoft.com/office/powerpoint/2010/main" val="352844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D43E4-2EE1-7EE5-65E2-A661603BD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Il paradigma ordinario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8EFF8E-5AB6-381C-E8CD-79247A17F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286" y="1268760"/>
            <a:ext cx="8229600" cy="4525963"/>
          </a:xfrm>
        </p:spPr>
        <p:txBody>
          <a:bodyPr/>
          <a:lstStyle/>
          <a:p>
            <a:pPr lvl="0"/>
            <a:r>
              <a:rPr lang="it-IT" sz="2000" dirty="0"/>
              <a:t>Regola classica: </a:t>
            </a:r>
          </a:p>
          <a:p>
            <a:pPr lvl="1"/>
            <a:r>
              <a:rPr lang="it-IT" sz="1800" dirty="0"/>
              <a:t>la decadenza attiene all'esercizio del potere; </a:t>
            </a:r>
          </a:p>
          <a:p>
            <a:pPr lvl="1"/>
            <a:r>
              <a:rPr lang="it-IT" sz="1800" dirty="0"/>
              <a:t>la prescrizione attiene al credito già  determinato.</a:t>
            </a:r>
          </a:p>
          <a:p>
            <a:pPr lvl="0"/>
            <a:r>
              <a:rPr lang="it-IT" sz="2000" dirty="0"/>
              <a:t>Esempi: </a:t>
            </a:r>
            <a:r>
              <a:rPr lang="it-IT" sz="2000" dirty="0">
                <a:hlinkClick r:id="rId2"/>
              </a:rPr>
              <a:t>Cass. 8196/2022</a:t>
            </a:r>
            <a:r>
              <a:rPr lang="it-IT" sz="2000" dirty="0"/>
              <a:t>; </a:t>
            </a:r>
            <a:r>
              <a:rPr lang="it-IT" sz="2000" dirty="0">
                <a:hlinkClick r:id="rId3"/>
              </a:rPr>
              <a:t>Cass. 21135/2022</a:t>
            </a:r>
            <a:endParaRPr lang="it-IT" sz="2000" dirty="0"/>
          </a:p>
          <a:p>
            <a:pPr lvl="0"/>
            <a:r>
              <a:rPr lang="it-IT" sz="2000" dirty="0"/>
              <a:t>Linearità  apparente: impedita la decadenza con la tempestiva notifica, inizia a decorrere il termine di prescrizione.</a:t>
            </a:r>
          </a:p>
          <a:p>
            <a:pPr lvl="0"/>
            <a:r>
              <a:rPr lang="it-IT" sz="2000" dirty="0"/>
              <a:t>Ma il paradigma non è sempre rispettato (casi in cui la decadenza è prevista anche nella fase di riscossione).  </a:t>
            </a:r>
          </a:p>
          <a:p>
            <a:pPr marL="457200" lvl="1" indent="0">
              <a:buNone/>
            </a:pPr>
            <a:r>
              <a:rPr lang="it-IT" sz="1800" dirty="0"/>
              <a:t>Esempio: art. 101, comma 1, d.lgs. 33/2025: termine decadenziale per la notifica della cartella a seguito di accertamento definitivo.</a:t>
            </a:r>
          </a:p>
          <a:p>
            <a:pPr lvl="0"/>
            <a:r>
              <a:rPr lang="it-IT" sz="2000" dirty="0"/>
              <a:t>Previsione irrazionale e immotivatamente penalizzante? </a:t>
            </a:r>
            <a:br>
              <a:rPr lang="it-IT" sz="2000" dirty="0"/>
            </a:br>
            <a:r>
              <a:rPr lang="it-IT" sz="2000" dirty="0">
                <a:sym typeface="Wingdings" panose="05000000000000000000" pitchFamily="2" charset="2"/>
              </a:rPr>
              <a:t> </a:t>
            </a:r>
            <a:r>
              <a:rPr lang="it-IT" sz="2000" dirty="0"/>
              <a:t>carattere </a:t>
            </a:r>
            <a:r>
              <a:rPr lang="it-IT" sz="2000" i="1" dirty="0"/>
              <a:t>polimorfo</a:t>
            </a:r>
            <a:r>
              <a:rPr lang="it-IT" sz="2000" dirty="0"/>
              <a:t> del ruolo.</a:t>
            </a:r>
          </a:p>
          <a:p>
            <a:pPr lvl="2"/>
            <a:r>
              <a:rPr lang="it-IT" sz="1400" dirty="0"/>
              <a:t>Ruolo come atto impositivo: termine decadenziale giustificato.</a:t>
            </a:r>
          </a:p>
          <a:p>
            <a:pPr lvl="2"/>
            <a:r>
              <a:rPr lang="it-IT" sz="1400" dirty="0"/>
              <a:t>Ruolo come mero strumento di riscossione: esigenza decadenziale non giustificata.</a:t>
            </a:r>
          </a:p>
          <a:p>
            <a:r>
              <a:rPr lang="it-IT" sz="2000" dirty="0"/>
              <a:t>Attenzione! Per quali tributi vale l’art. 101 c.1 lett. c) d.lgs. 33/2025 ?</a:t>
            </a:r>
            <a:br>
              <a:rPr lang="it-IT" sz="2000" dirty="0"/>
            </a:br>
            <a:r>
              <a:rPr lang="it-IT" sz="2000" dirty="0">
                <a:sym typeface="Wingdings" panose="05000000000000000000" pitchFamily="2" charset="2"/>
              </a:rPr>
              <a:t> </a:t>
            </a:r>
            <a:r>
              <a:rPr lang="it-IT" sz="2000" dirty="0"/>
              <a:t>carattere </a:t>
            </a:r>
            <a:r>
              <a:rPr lang="it-IT" sz="2000" i="1" dirty="0"/>
              <a:t>polimorfo</a:t>
            </a:r>
            <a:r>
              <a:rPr lang="it-IT" sz="2000" dirty="0"/>
              <a:t> del ruolo</a:t>
            </a:r>
          </a:p>
        </p:txBody>
      </p:sp>
    </p:spTree>
    <p:extLst>
      <p:ext uri="{BB962C8B-B14F-4D97-AF65-F5344CB8AC3E}">
        <p14:creationId xmlns:p14="http://schemas.microsoft.com/office/powerpoint/2010/main" val="52713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27BD7-20E2-C079-648B-75A9862F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L'accertamento esecutivo</a:t>
            </a:r>
            <a:br>
              <a:rPr lang="it-IT" sz="2800" dirty="0"/>
            </a:br>
            <a:r>
              <a:rPr lang="it-IT" sz="2800" dirty="0"/>
              <a:t>(art. 14 d.lgs. 110/2024)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7696841-A75D-0A42-7BE6-79516A01D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Evoluzione: l'accertamento esecutivo unifica in un solo atto avviso, ruolo e cartella.</a:t>
            </a:r>
          </a:p>
          <a:p>
            <a:pPr lvl="0"/>
            <a:r>
              <a:rPr lang="it-IT" sz="2400" dirty="0"/>
              <a:t>Termine unico: termine di accertamento (decadenziale), che assume anche la funzione di termine di notifica del titolo esecutivo.</a:t>
            </a:r>
          </a:p>
          <a:p>
            <a:pPr lvl="0"/>
            <a:r>
              <a:rPr lang="it-IT" sz="2400" dirty="0"/>
              <a:t>Problema ermeneutico: per l'atto di rideterminazione </a:t>
            </a:r>
            <a:r>
              <a:rPr lang="it-IT" sz="2400" i="1" dirty="0"/>
              <a:t>post definitività  </a:t>
            </a:r>
            <a:r>
              <a:rPr lang="it-IT" sz="2400" dirty="0"/>
              <a:t>dell'atto impugnato, si applica o no il termine decadenziale?</a:t>
            </a:r>
          </a:p>
          <a:p>
            <a:pPr lvl="0"/>
            <a:r>
              <a:rPr lang="it-IT" sz="2400" dirty="0"/>
              <a:t>Posizione dottrinale prevalente: </a:t>
            </a:r>
            <a:r>
              <a:rPr lang="it-IT" sz="2400" b="1" dirty="0"/>
              <a:t>SI</a:t>
            </a:r>
            <a:r>
              <a:rPr lang="it-IT" sz="2400" dirty="0"/>
              <a:t>, il termine biennale si applica. L'art. 14 richiama implicitamente tale disposizione.</a:t>
            </a:r>
          </a:p>
          <a:p>
            <a:pPr lvl="0"/>
            <a:r>
              <a:rPr lang="it-IT" sz="2400" dirty="0"/>
              <a:t>Estensione anche ai tributi locali.</a:t>
            </a:r>
          </a:p>
        </p:txBody>
      </p:sp>
    </p:spTree>
    <p:extLst>
      <p:ext uri="{BB962C8B-B14F-4D97-AF65-F5344CB8AC3E}">
        <p14:creationId xmlns:p14="http://schemas.microsoft.com/office/powerpoint/2010/main" val="3558867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BE2CB-1B6C-8993-2558-A2246332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Atti impeditivi della decadenza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68AC55-DAD1-5C2D-AA7C-E37D14A55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Principio di tassatività : la decadenza è impedita solo dal compimento del singolo atto specificamente previsto dalla norma.</a:t>
            </a:r>
          </a:p>
          <a:p>
            <a:pPr lvl="0"/>
            <a:r>
              <a:rPr lang="it-IT" sz="2400" dirty="0"/>
              <a:t>La decadenza non può essere né interrotta né sospesa, salvo espressa previsione.</a:t>
            </a:r>
          </a:p>
          <a:p>
            <a:pPr lvl="0"/>
            <a:r>
              <a:rPr lang="it-IT" sz="2400" dirty="0"/>
              <a:t>Esempio: la comunicazione di irregolarità  ex artt. 36-bis/36-ter non impedisce la decadenza né la interrompe.</a:t>
            </a:r>
          </a:p>
          <a:p>
            <a:pPr lvl="0"/>
            <a:r>
              <a:rPr lang="it-IT" sz="2400" dirty="0"/>
              <a:t>Corollario: ogni atto ibrido o preparatorio è insufficiente; occorre sempre l'atto tipizzato.</a:t>
            </a:r>
          </a:p>
        </p:txBody>
      </p:sp>
    </p:spTree>
    <p:extLst>
      <p:ext uri="{BB962C8B-B14F-4D97-AF65-F5344CB8AC3E}">
        <p14:creationId xmlns:p14="http://schemas.microsoft.com/office/powerpoint/2010/main" val="164092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467301-A4C1-60C3-1B89-22EA24DD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Decadenza e solidarietà (1)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9C2E80-0654-0A4B-B895-242C1C80D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Il dato normativo</a:t>
            </a:r>
          </a:p>
          <a:p>
            <a:pPr lvl="1"/>
            <a:r>
              <a:rPr lang="it-IT" sz="2000" dirty="0"/>
              <a:t>Art. 1310, co. 1, c.c.: gli atti con i quali il creditore interrompe la prescrizione contro uno dei debitori in solido hanno effetto riguardo agli altri.</a:t>
            </a:r>
          </a:p>
          <a:p>
            <a:pPr lvl="1"/>
            <a:r>
              <a:rPr lang="it-IT" sz="2000" dirty="0"/>
              <a:t>La disposizione è espressamente dettata per l'interruzione della prescrizione nelle obbligazioni solidali.</a:t>
            </a:r>
          </a:p>
          <a:p>
            <a:pPr lvl="0"/>
            <a:r>
              <a:rPr lang="it-IT" sz="2400" dirty="0"/>
              <a:t>L'operazione ermeneutica della giurisprudenza di legittimità </a:t>
            </a:r>
          </a:p>
          <a:p>
            <a:pPr lvl="1"/>
            <a:r>
              <a:rPr lang="it-IT" sz="2000" dirty="0"/>
              <a:t>La Cassazione aveva esteso l'art. 1310 c.c. in duplice direzione: </a:t>
            </a:r>
          </a:p>
          <a:p>
            <a:pPr lvl="2"/>
            <a:r>
              <a:rPr lang="it-IT" sz="1600" dirty="0"/>
              <a:t>applicazione in ambito tributario; </a:t>
            </a:r>
          </a:p>
          <a:p>
            <a:pPr lvl="2"/>
            <a:r>
              <a:rPr lang="it-IT" sz="1600" dirty="0"/>
              <a:t>applicazione all'impedimento della decadenza.</a:t>
            </a:r>
          </a:p>
          <a:p>
            <a:pPr lvl="1"/>
            <a:r>
              <a:rPr lang="it-IT" sz="2000" dirty="0"/>
              <a:t>Ratio: l'atto interruttivo e quello impeditivo assolverebbero la medesima funzione conservativa del diritto.</a:t>
            </a:r>
          </a:p>
        </p:txBody>
      </p:sp>
    </p:spTree>
    <p:extLst>
      <p:ext uri="{BB962C8B-B14F-4D97-AF65-F5344CB8AC3E}">
        <p14:creationId xmlns:p14="http://schemas.microsoft.com/office/powerpoint/2010/main" val="23998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68EE33-09C6-47EC-12BF-1A7293FF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Decadenza e solidarietà (2)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EAB4F6-34D4-C95D-9989-3731437FC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pPr lvl="0"/>
            <a:r>
              <a:rPr lang="it-IT" sz="2400" dirty="0"/>
              <a:t>Profilo testuale</a:t>
            </a:r>
          </a:p>
          <a:p>
            <a:pPr lvl="1"/>
            <a:r>
              <a:rPr lang="it-IT" sz="2000" dirty="0"/>
              <a:t>L'art. 1310 c.c. si riferisce espressamente alla prescrizione: estenderlo alla decadenza costituisce un'operazione ermeneutica forzata.</a:t>
            </a:r>
          </a:p>
          <a:p>
            <a:pPr lvl="0"/>
            <a:r>
              <a:rPr lang="it-IT" sz="2400" dirty="0"/>
              <a:t>Profilo sistematico</a:t>
            </a:r>
          </a:p>
          <a:p>
            <a:pPr lvl="1"/>
            <a:r>
              <a:rPr lang="it-IT" sz="2000" dirty="0"/>
              <a:t>L'art. 22, co. 2, d.lgs. 173/2024 prevede, per le sole sanzioni, una proroga di un anno del termine decadenziale in caso di notifica ai coobbligati.</a:t>
            </a:r>
          </a:p>
          <a:p>
            <a:pPr lvl="1"/>
            <a:r>
              <a:rPr lang="it-IT" sz="2000" dirty="0"/>
              <a:t>Argomento </a:t>
            </a:r>
            <a:r>
              <a:rPr lang="it-IT" sz="2000" i="1" dirty="0"/>
              <a:t>a contrario</a:t>
            </a:r>
            <a:r>
              <a:rPr lang="it-IT" sz="2000" dirty="0"/>
              <a:t>: la disciplina speciale presuppone che, in assenza di espressa previsione, la notifica non produca effetti </a:t>
            </a:r>
            <a:r>
              <a:rPr lang="it-IT" sz="2000" i="1" dirty="0"/>
              <a:t>ultra </a:t>
            </a:r>
            <a:r>
              <a:rPr lang="it-IT" sz="2000" i="1" dirty="0" err="1"/>
              <a:t>vires</a:t>
            </a:r>
            <a:r>
              <a:rPr lang="it-IT" sz="2000" dirty="0"/>
              <a:t>.</a:t>
            </a:r>
          </a:p>
          <a:p>
            <a:pPr lvl="0"/>
            <a:r>
              <a:rPr lang="it-IT" sz="2400" dirty="0"/>
              <a:t>L'effetto retrospettivo della novella 2023-2024</a:t>
            </a:r>
          </a:p>
          <a:p>
            <a:pPr lvl="1"/>
            <a:r>
              <a:rPr lang="it-IT" sz="2000" dirty="0"/>
              <a:t>La collocazione espressa di un </a:t>
            </a:r>
            <a:r>
              <a:rPr lang="it-IT" sz="2000" i="1" dirty="0" err="1"/>
              <a:t>dies</a:t>
            </a:r>
            <a:r>
              <a:rPr lang="it-IT" sz="2000" i="1" dirty="0"/>
              <a:t> a quo </a:t>
            </a:r>
            <a:r>
              <a:rPr lang="it-IT" sz="2000" dirty="0"/>
              <a:t>(18 gennaio 2024) avalla implicitamente l'orientamento giurisprudenziale previgente per gli atti anteriori.</a:t>
            </a:r>
          </a:p>
        </p:txBody>
      </p:sp>
    </p:spTree>
    <p:extLst>
      <p:ext uri="{BB962C8B-B14F-4D97-AF65-F5344CB8AC3E}">
        <p14:creationId xmlns:p14="http://schemas.microsoft.com/office/powerpoint/2010/main" val="322632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E36376-1CC1-BF84-C01C-0ECC2B32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Decadenza e solidarietà (3)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8665C-8600-5D8B-0F66-4C9B02345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D.lgs. 219/2023, n. 219 introduce l'art. 7-sexies nello Statuto dei diritti del contribuente.</a:t>
            </a:r>
          </a:p>
          <a:p>
            <a:pPr lvl="0"/>
            <a:r>
              <a:rPr lang="it-IT" sz="2400" dirty="0"/>
              <a:t>Comma 3: gli effetti della notificazione si producono solo nei confronti del destinatario e non si estendono ai terzi, ivi inclusi i coobbligati.</a:t>
            </a:r>
          </a:p>
          <a:p>
            <a:pPr lvl="0"/>
            <a:r>
              <a:rPr lang="it-IT" sz="2400" dirty="0"/>
              <a:t>Entrata in vigore: 18 gennaio 2024. Regime </a:t>
            </a:r>
            <a:r>
              <a:rPr lang="it-IT" sz="2400" i="1" dirty="0"/>
              <a:t>tempus </a:t>
            </a:r>
            <a:r>
              <a:rPr lang="it-IT" sz="2400" i="1" dirty="0" err="1"/>
              <a:t>regit</a:t>
            </a:r>
            <a:r>
              <a:rPr lang="it-IT" sz="2400" i="1" dirty="0"/>
              <a:t> </a:t>
            </a:r>
            <a:r>
              <a:rPr lang="it-IT" sz="2400" i="1" dirty="0" err="1"/>
              <a:t>actum</a:t>
            </a:r>
            <a:r>
              <a:rPr lang="it-IT" sz="2400" dirty="0"/>
              <a:t>.</a:t>
            </a:r>
          </a:p>
          <a:p>
            <a:pPr lvl="0"/>
            <a:r>
              <a:rPr lang="it-IT" sz="2400" dirty="0"/>
              <a:t>Abbandono espresso dell'estensione </a:t>
            </a:r>
            <a:r>
              <a:rPr lang="it-IT" sz="2400" i="1" dirty="0"/>
              <a:t>ultra </a:t>
            </a:r>
            <a:r>
              <a:rPr lang="it-IT" sz="2400" i="1" dirty="0" err="1"/>
              <a:t>vires</a:t>
            </a:r>
            <a:r>
              <a:rPr lang="it-IT" sz="2400" i="1" dirty="0"/>
              <a:t> </a:t>
            </a:r>
            <a:r>
              <a:rPr lang="it-IT" sz="2400" dirty="0"/>
              <a:t>e consolidamento dell'autonomizzazione soggettiva.</a:t>
            </a:r>
          </a:p>
        </p:txBody>
      </p:sp>
    </p:spTree>
    <p:extLst>
      <p:ext uri="{BB962C8B-B14F-4D97-AF65-F5344CB8AC3E}">
        <p14:creationId xmlns:p14="http://schemas.microsoft.com/office/powerpoint/2010/main" val="284205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32D4AA-6AFB-78C8-8D6E-DAAECAA2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Decadenza e solidarietà (4)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6A612C-35D0-7699-D877-87432B6D8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Conseguenze operative:</a:t>
            </a:r>
          </a:p>
          <a:p>
            <a:pPr lvl="1"/>
            <a:r>
              <a:rPr lang="it-IT" sz="2000" dirty="0"/>
              <a:t>Notifica alla società  trasparente non impedisce la decadenza in capo ai soci: è necessaria autonoma notifica.</a:t>
            </a:r>
          </a:p>
          <a:p>
            <a:pPr lvl="1"/>
            <a:r>
              <a:rPr lang="it-IT" sz="2000" dirty="0"/>
              <a:t>Imposta di registro: l'avviso va notificato a tutte le parti dell'atto.</a:t>
            </a:r>
          </a:p>
          <a:p>
            <a:pPr lvl="1"/>
            <a:r>
              <a:rPr lang="it-IT" sz="2000" dirty="0"/>
              <a:t>Eredi: l'atto va notificato distintamente agli eredi.</a:t>
            </a:r>
          </a:p>
          <a:p>
            <a:pPr lvl="0"/>
            <a:r>
              <a:rPr lang="it-IT" sz="2400" dirty="0"/>
              <a:t>Dibattito aperto: basta un qualunque atto o occorra l'atto specifico per il singolo coobbligato?</a:t>
            </a:r>
          </a:p>
          <a:p>
            <a:pPr lvl="0"/>
            <a:r>
              <a:rPr lang="it-IT" sz="2400" dirty="0"/>
              <a:t>Ratio sistematica: la novella sancisce l'autonomizzazione delle posizioni dei diversi debitori solidali.</a:t>
            </a:r>
          </a:p>
        </p:txBody>
      </p:sp>
    </p:spTree>
    <p:extLst>
      <p:ext uri="{BB962C8B-B14F-4D97-AF65-F5344CB8AC3E}">
        <p14:creationId xmlns:p14="http://schemas.microsoft.com/office/powerpoint/2010/main" val="1043349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5DA7C4-243A-A9A2-FED6-CE8A1B19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Eccezione: le sanzioni</a:t>
            </a:r>
            <a:br>
              <a:rPr lang="it-IT" sz="2800" dirty="0"/>
            </a:br>
            <a:r>
              <a:rPr lang="it-IT" sz="2800" dirty="0"/>
              <a:t>(art. 22 d.lgs. 173/2024)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F4ED2A-7E04-B40B-72E5-3B7EEE317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Regime speciale per le sanzioni tributarie, ereditato dall'art. 20 d.lgs. 472/1997.</a:t>
            </a:r>
          </a:p>
          <a:p>
            <a:pPr lvl="0"/>
            <a:r>
              <a:rPr lang="it-IT" sz="2400" dirty="0"/>
              <a:t>Se la notifica è stata eseguita nei termini ad almeno uno degli obbligati, il termine è prorogato di un anno per gli altri.</a:t>
            </a:r>
          </a:p>
          <a:p>
            <a:pPr lvl="0"/>
            <a:r>
              <a:rPr lang="it-IT" sz="2400" dirty="0"/>
              <a:t>Non è interruzione né impedimento ultra </a:t>
            </a:r>
            <a:r>
              <a:rPr lang="it-IT" sz="2400" dirty="0" err="1"/>
              <a:t>vires</a:t>
            </a:r>
            <a:r>
              <a:rPr lang="it-IT" sz="2400" dirty="0"/>
              <a:t>, bensì una proroga legale.</a:t>
            </a:r>
          </a:p>
          <a:p>
            <a:pPr lvl="0"/>
            <a:r>
              <a:rPr lang="it-IT" sz="2400" dirty="0"/>
              <a:t>Conferma sistematica: senza questa deroga, la notifica al coobbligato non avrebbe avuto effetto sugli altri.</a:t>
            </a:r>
          </a:p>
        </p:txBody>
      </p:sp>
    </p:spTree>
    <p:extLst>
      <p:ext uri="{BB962C8B-B14F-4D97-AF65-F5344CB8AC3E}">
        <p14:creationId xmlns:p14="http://schemas.microsoft.com/office/powerpoint/2010/main" val="1296071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2579AE-80BE-D82A-51C0-D725B5C0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L'accertamento dell'intervenuta decadenza (processo tributario)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9FE458-A640-59E1-CD24-18FB32C86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La decadenza stabilita a favore del contribuente non è rilevabile d'ufficio.</a:t>
            </a:r>
          </a:p>
          <a:p>
            <a:pPr lvl="0"/>
            <a:r>
              <a:rPr lang="it-IT" sz="2400" dirty="0"/>
              <a:t>Eccezione in senso proprio: va sollevata con il ricorso introduttivo.</a:t>
            </a:r>
          </a:p>
          <a:p>
            <a:pPr lvl="0"/>
            <a:r>
              <a:rPr lang="it-IT" sz="2400" dirty="0"/>
              <a:t>Non è proponibile con motivo aggiunto, salvo deposito di documenti non noti.</a:t>
            </a:r>
          </a:p>
          <a:p>
            <a:pPr lvl="0"/>
            <a:r>
              <a:rPr lang="it-IT" sz="2400" dirty="0"/>
              <a:t>Se non contestata tempestivamente, la decadenza non è più deducibile avverso atti successivi.</a:t>
            </a:r>
          </a:p>
          <a:p>
            <a:pPr lvl="0"/>
            <a:r>
              <a:rPr lang="it-IT" sz="2400" dirty="0"/>
              <a:t>Scissione degli effetti della notifica: per il notificante la decadenza è impedita con l'avvio della procedura.</a:t>
            </a:r>
          </a:p>
        </p:txBody>
      </p:sp>
    </p:spTree>
    <p:extLst>
      <p:ext uri="{BB962C8B-B14F-4D97-AF65-F5344CB8AC3E}">
        <p14:creationId xmlns:p14="http://schemas.microsoft.com/office/powerpoint/2010/main" val="1399316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641B5C-2A1E-DA64-7045-0D8F53CB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Decadenza come vizio proprio dell'atto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2FCAFE-F2C1-DD9F-C28B-E30BB1B13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Legittimazione passiva: la decadenza è vizio imputabile all'ente impositore.</a:t>
            </a:r>
          </a:p>
          <a:p>
            <a:pPr lvl="0"/>
            <a:r>
              <a:rPr lang="it-IT" sz="2400" dirty="0"/>
              <a:t>Ma: se la decadenza è invocata per vizio di notifica di atto presupposto di diverso soggetto, il ricorso va notificato a entrambi.</a:t>
            </a:r>
          </a:p>
          <a:p>
            <a:pPr lvl="0"/>
            <a:r>
              <a:rPr lang="it-IT" sz="2400" dirty="0"/>
              <a:t>Sanatoria per raggiungimento dello scopo: il vizio di notifica è sanato dalla proposizione del ricorso.</a:t>
            </a:r>
          </a:p>
          <a:p>
            <a:pPr lvl="0"/>
            <a:r>
              <a:rPr lang="it-IT" sz="2400" dirty="0"/>
              <a:t>Se il ricorso è proposto dopo la scadenza del termine di accertamento, la sanatoria non rimette in termini l'Amministrazione.</a:t>
            </a:r>
          </a:p>
        </p:txBody>
      </p:sp>
    </p:spTree>
    <p:extLst>
      <p:ext uri="{BB962C8B-B14F-4D97-AF65-F5344CB8AC3E}">
        <p14:creationId xmlns:p14="http://schemas.microsoft.com/office/powerpoint/2010/main" val="1915266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92503E-B72F-D9FB-1BD5-796202A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La prescrizione in materia tributaria: operatività  residuale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5C00E20-7491-D177-5335-57E3A8E93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La prescrizione resta la regola di chiusura del sistema (art. 2967 c.c.).</a:t>
            </a:r>
          </a:p>
          <a:p>
            <a:pPr lvl="0"/>
            <a:r>
              <a:rPr lang="it-IT" sz="2400" dirty="0"/>
              <a:t>Nella fase di riscossione la prescrizione riprende il proprio ruolo centrale.</a:t>
            </a:r>
          </a:p>
          <a:p>
            <a:pPr lvl="0"/>
            <a:r>
              <a:rPr lang="it-IT" sz="2400" dirty="0"/>
              <a:t>Silenzio della legge tributaria comporta l'applicazione delle regole civilistiche (termine decennale ordinario).</a:t>
            </a:r>
          </a:p>
          <a:p>
            <a:pPr lvl="0"/>
            <a:r>
              <a:rPr lang="it-IT" sz="2400" dirty="0"/>
              <a:t>Richiami espressi solo in specifiche ipotesi (es. imposta di registro, sanzioni).</a:t>
            </a:r>
          </a:p>
          <a:p>
            <a:pPr lvl="0"/>
            <a:r>
              <a:rPr lang="it-IT" sz="2400" dirty="0"/>
              <a:t>Operatività  nella prassi: emergenza sistematica dopo la notifica del titolo esecutivo.</a:t>
            </a:r>
          </a:p>
        </p:txBody>
      </p:sp>
    </p:spTree>
    <p:extLst>
      <p:ext uri="{BB962C8B-B14F-4D97-AF65-F5344CB8AC3E}">
        <p14:creationId xmlns:p14="http://schemas.microsoft.com/office/powerpoint/2010/main" val="3362223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261B81-D957-A6A4-0617-5AEC0BE0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Il termine prescrizionale: decennale ordinario o quinquennale?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E0B870-3EC3-5F58-DC33-B8D93AEB9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Regola generale: termine decennale (art. 2946 c.c.).</a:t>
            </a:r>
          </a:p>
          <a:p>
            <a:pPr lvl="0"/>
            <a:r>
              <a:rPr lang="it-IT" sz="2400" dirty="0"/>
              <a:t>Deroghe:</a:t>
            </a:r>
          </a:p>
          <a:p>
            <a:pPr lvl="1"/>
            <a:r>
              <a:rPr lang="it-IT" sz="2000" dirty="0"/>
              <a:t>Sanzioni tributarie: 5 anni.</a:t>
            </a:r>
          </a:p>
          <a:p>
            <a:pPr lvl="1"/>
            <a:r>
              <a:rPr lang="it-IT" sz="2000" dirty="0"/>
              <a:t>Interessi: 5 anni.</a:t>
            </a:r>
          </a:p>
          <a:p>
            <a:pPr lvl="1"/>
            <a:r>
              <a:rPr lang="it-IT" sz="2000" dirty="0"/>
              <a:t>Imposta di registro: 10 anni dalla definitività .</a:t>
            </a:r>
          </a:p>
          <a:p>
            <a:pPr lvl="1"/>
            <a:r>
              <a:rPr lang="it-IT" sz="2000" dirty="0"/>
              <a:t>Tributi locali (IMU, TARI, TOSAP): 5 anni, obbligazioni periodiche.</a:t>
            </a:r>
          </a:p>
          <a:p>
            <a:pPr lvl="1"/>
            <a:r>
              <a:rPr lang="it-IT" sz="2000" dirty="0"/>
              <a:t>Tributi erariali (IVA, IRPEF): 10 anni, autonomia dei singoli periodi d'imposta.</a:t>
            </a:r>
          </a:p>
        </p:txBody>
      </p:sp>
    </p:spTree>
    <p:extLst>
      <p:ext uri="{BB962C8B-B14F-4D97-AF65-F5344CB8AC3E}">
        <p14:creationId xmlns:p14="http://schemas.microsoft.com/office/powerpoint/2010/main" val="138790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CEE880-C669-2532-3505-51E61E36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Il test della "causa debendi continuativa"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3A5DCB-4026-4B42-20DB-26704B95D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Principio cardine: si applica il termine quinquennale quando la prestazione ha </a:t>
            </a:r>
            <a:r>
              <a:rPr lang="it-IT" sz="2400" i="1" dirty="0"/>
              <a:t>causa </a:t>
            </a:r>
            <a:r>
              <a:rPr lang="it-IT" sz="2400" i="1" dirty="0" err="1"/>
              <a:t>debendi</a:t>
            </a:r>
            <a:r>
              <a:rPr lang="it-IT" sz="2400" i="1" dirty="0"/>
              <a:t> </a:t>
            </a:r>
            <a:r>
              <a:rPr lang="it-IT" sz="2400" dirty="0"/>
              <a:t>continuativa.</a:t>
            </a:r>
          </a:p>
          <a:p>
            <a:pPr lvl="0"/>
            <a:r>
              <a:rPr lang="it-IT" sz="2400" dirty="0"/>
              <a:t>Prestazioni periodiche: adempimento per decorso del tempo, ripetizione autonoma (5 anni).</a:t>
            </a:r>
          </a:p>
          <a:p>
            <a:pPr lvl="0"/>
            <a:r>
              <a:rPr lang="it-IT" sz="2400" dirty="0"/>
              <a:t>Prestazioni unitarie: eseguibili anche </a:t>
            </a:r>
            <a:r>
              <a:rPr lang="it-IT" sz="2400" i="1" dirty="0"/>
              <a:t>uno </a:t>
            </a:r>
            <a:r>
              <a:rPr lang="it-IT" sz="2400" i="1" dirty="0" err="1"/>
              <a:t>actu</a:t>
            </a:r>
            <a:r>
              <a:rPr lang="it-IT" sz="2400" dirty="0"/>
              <a:t>, pur dilazionate (10 anni).</a:t>
            </a:r>
          </a:p>
          <a:p>
            <a:pPr lvl="0"/>
            <a:r>
              <a:rPr lang="it-IT" sz="2400" dirty="0"/>
              <a:t>Test applicato:</a:t>
            </a:r>
          </a:p>
          <a:p>
            <a:pPr lvl="1"/>
            <a:r>
              <a:rPr lang="it-IT" sz="2000" dirty="0"/>
              <a:t>IVA e imposte sui redditi: non periodiche (10 anni).</a:t>
            </a:r>
          </a:p>
          <a:p>
            <a:pPr lvl="1"/>
            <a:r>
              <a:rPr lang="it-IT" sz="2000" dirty="0"/>
              <a:t>IMU, TARI: obbligazione che si rinnova annualmente (5 anni).</a:t>
            </a:r>
          </a:p>
          <a:p>
            <a:pPr lvl="0"/>
            <a:r>
              <a:rPr lang="it-IT" sz="2400" dirty="0">
                <a:hlinkClick r:id="rId2"/>
              </a:rPr>
              <a:t>Cass. n. 32384/2025</a:t>
            </a:r>
            <a:r>
              <a:rPr lang="it-IT" sz="2400" dirty="0"/>
              <a:t> riconosce l'autonomia prescrizionale degli interessi (5 anni) collegati a capitale decennale.</a:t>
            </a:r>
          </a:p>
        </p:txBody>
      </p:sp>
    </p:spTree>
    <p:extLst>
      <p:ext uri="{BB962C8B-B14F-4D97-AF65-F5344CB8AC3E}">
        <p14:creationId xmlns:p14="http://schemas.microsoft.com/office/powerpoint/2010/main" val="2910238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953663-BB99-D4C6-B84D-8DA5D0C4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L'</a:t>
            </a:r>
            <a:r>
              <a:rPr lang="it-IT" sz="2800" i="1" dirty="0" err="1"/>
              <a:t>actio</a:t>
            </a:r>
            <a:r>
              <a:rPr lang="it-IT" sz="2800" i="1" dirty="0"/>
              <a:t> iudicati </a:t>
            </a:r>
            <a:r>
              <a:rPr lang="it-IT" sz="2800" dirty="0"/>
              <a:t>(art. 2953 c.c.)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47488F-4E47-C686-176F-278EE4B6C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Regola civilistica: i diritti assoggettati a prescrizione breve, accertati con sentenza in giudicato, si prescrivono in 10 anni.</a:t>
            </a:r>
          </a:p>
          <a:p>
            <a:pPr lvl="0"/>
            <a:r>
              <a:rPr lang="it-IT" sz="2400" dirty="0">
                <a:hlinkClick r:id="rId2"/>
              </a:rPr>
              <a:t>Cass. SS.UU. n. 23397/2016</a:t>
            </a:r>
            <a:r>
              <a:rPr lang="it-IT" sz="2400" dirty="0"/>
              <a:t>: solo il giudicato giurisdizionale comporta la conversione; la mera non impugnazione della cartella NON converte il termine.</a:t>
            </a:r>
          </a:p>
          <a:p>
            <a:pPr lvl="0"/>
            <a:r>
              <a:rPr lang="it-IT" sz="2400" dirty="0"/>
              <a:t>Per le cartelle non opposte si applica il termine proprio del credito sottostante.</a:t>
            </a:r>
          </a:p>
          <a:p>
            <a:pPr lvl="0"/>
            <a:r>
              <a:rPr lang="it-IT" sz="2400" dirty="0"/>
              <a:t>Giurisprudenza costante post-2016 conferma il principio.</a:t>
            </a:r>
          </a:p>
          <a:p>
            <a:pPr lvl="0"/>
            <a:endParaRPr lang="it-IT" sz="2400" dirty="0"/>
          </a:p>
          <a:p>
            <a:pPr lvl="0"/>
            <a:r>
              <a:rPr lang="it-IT" sz="2400" dirty="0"/>
              <a:t>Attenzione: </a:t>
            </a:r>
            <a:r>
              <a:rPr lang="it-IT" sz="2400" dirty="0" err="1"/>
              <a:t>dies</a:t>
            </a:r>
            <a:r>
              <a:rPr lang="it-IT" sz="2400" dirty="0"/>
              <a:t> a quo è il passaggio in giudicato. </a:t>
            </a:r>
            <a:br>
              <a:rPr lang="it-IT" sz="2400" dirty="0"/>
            </a:br>
            <a:r>
              <a:rPr lang="it-IT" sz="2400" dirty="0">
                <a:hlinkClick r:id="rId3"/>
              </a:rPr>
              <a:t>Cass. 33003/2025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22290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AE6527-0E45-5910-396E-0F9CE9F7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La decorrenza della prescrizione (art. 2935 c.c.)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48260-49BA-0797-5C4A-5715AAB72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Regola: dalla data in cui il diritto può essere fatto valere.</a:t>
            </a:r>
          </a:p>
          <a:p>
            <a:pPr lvl="0"/>
            <a:r>
              <a:rPr lang="it-IT" sz="2400" dirty="0"/>
              <a:t>Tributi: il </a:t>
            </a:r>
            <a:r>
              <a:rPr lang="it-IT" sz="2400" dirty="0" err="1"/>
              <a:t>dies</a:t>
            </a:r>
            <a:r>
              <a:rPr lang="it-IT" sz="2400" dirty="0"/>
              <a:t> a quo è la notifica dell'atto.</a:t>
            </a:r>
          </a:p>
          <a:p>
            <a:pPr lvl="0"/>
            <a:r>
              <a:rPr lang="it-IT" sz="2400" dirty="0"/>
              <a:t>Problema: tensione tra art. 2935 c.c. (esigibilità) e art. 2967 c.c. (subentro prescrizione).</a:t>
            </a:r>
          </a:p>
          <a:p>
            <a:pPr lvl="0"/>
            <a:r>
              <a:rPr lang="it-IT" sz="2400" dirty="0"/>
              <a:t>Soluzione prevalente: prescrizione decorre dalla mera notifica dell'atto.</a:t>
            </a:r>
          </a:p>
          <a:p>
            <a:pPr lvl="0"/>
            <a:r>
              <a:rPr lang="it-IT" sz="2400" dirty="0"/>
              <a:t>Eccezione espressa: Registro, termine decorre dall'intervenuta definitività .</a:t>
            </a:r>
          </a:p>
        </p:txBody>
      </p:sp>
    </p:spTree>
    <p:extLst>
      <p:ext uri="{BB962C8B-B14F-4D97-AF65-F5344CB8AC3E}">
        <p14:creationId xmlns:p14="http://schemas.microsoft.com/office/powerpoint/2010/main" val="2676878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E3DE83-4607-62A7-1B7D-EF3445F4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Atti interruttivi della prescrizione in materia tributaria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14F281B-87BE-F15B-A3C8-29F7FB814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Atti efficaci:</a:t>
            </a:r>
          </a:p>
          <a:p>
            <a:pPr lvl="1"/>
            <a:r>
              <a:rPr lang="it-IT" sz="2000" dirty="0"/>
              <a:t>Notifica della cartella di pagamento.</a:t>
            </a:r>
          </a:p>
          <a:p>
            <a:pPr lvl="1"/>
            <a:r>
              <a:rPr lang="it-IT" sz="2000" dirty="0"/>
              <a:t>Avviso di mora.</a:t>
            </a:r>
          </a:p>
          <a:p>
            <a:pPr lvl="1"/>
            <a:r>
              <a:rPr lang="it-IT" sz="2000" dirty="0"/>
              <a:t>Preavviso di iscrizione ipotecaria o fermo.</a:t>
            </a:r>
          </a:p>
          <a:p>
            <a:pPr lvl="1"/>
            <a:r>
              <a:rPr lang="it-IT" sz="2000" dirty="0"/>
              <a:t>Inizio dell'esecuzione forzata.</a:t>
            </a:r>
          </a:p>
          <a:p>
            <a:pPr lvl="1"/>
            <a:r>
              <a:rPr lang="it-IT" sz="2000" dirty="0"/>
              <a:t>Domanda di insinuazione al passivo.</a:t>
            </a:r>
          </a:p>
          <a:p>
            <a:pPr lvl="0"/>
            <a:r>
              <a:rPr lang="it-IT" sz="2400" dirty="0"/>
              <a:t>Atti NON efficaci:</a:t>
            </a:r>
          </a:p>
          <a:p>
            <a:pPr lvl="1"/>
            <a:r>
              <a:rPr lang="it-IT" sz="2000" dirty="0"/>
              <a:t>Formazione del ruolo (atto interno).</a:t>
            </a:r>
          </a:p>
          <a:p>
            <a:pPr lvl="1"/>
            <a:r>
              <a:rPr lang="it-IT" sz="2000" dirty="0"/>
              <a:t>Comunicazione di irregolarità  ex art. 36-bis/36-ter.</a:t>
            </a:r>
          </a:p>
          <a:p>
            <a:pPr lvl="1"/>
            <a:r>
              <a:rPr lang="it-IT" sz="2000" dirty="0"/>
              <a:t>Estratto di ruolo.</a:t>
            </a:r>
          </a:p>
        </p:txBody>
      </p:sp>
    </p:spTree>
    <p:extLst>
      <p:ext uri="{BB962C8B-B14F-4D97-AF65-F5344CB8AC3E}">
        <p14:creationId xmlns:p14="http://schemas.microsoft.com/office/powerpoint/2010/main" val="198637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2768C4-5CE5-41F9-6D1B-BFF1D21E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Il riconoscimento del debito (art. 2944 c.c.)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8E99E95-4387-F8ED-C997-220499C88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Oscillazione storica della Cassazione superata.</a:t>
            </a:r>
          </a:p>
          <a:p>
            <a:pPr lvl="0"/>
            <a:r>
              <a:rPr lang="it-IT" sz="2400" dirty="0"/>
              <a:t>Filone consolidato: la rateazione integra riconoscimento implicito idoneo a interrompere la prescrizione.</a:t>
            </a:r>
          </a:p>
          <a:p>
            <a:pPr lvl="0"/>
            <a:r>
              <a:rPr lang="it-IT" sz="2400" dirty="0"/>
              <a:t>Principio: la richiesta di rateizzazione fa ritenere conosciute le cartelle e preclude di eccepire la mancata conoscenza.</a:t>
            </a:r>
          </a:p>
          <a:p>
            <a:pPr lvl="0"/>
            <a:r>
              <a:rPr lang="it-IT" sz="2400" dirty="0"/>
              <a:t>Estensione: vale anche per istanza di condono, richiesta di estratto di ruolo, pagamenti parziali.</a:t>
            </a:r>
          </a:p>
          <a:p>
            <a:pPr lvl="0"/>
            <a:endParaRPr lang="it-IT" sz="2400" dirty="0"/>
          </a:p>
          <a:p>
            <a:pPr lvl="0"/>
            <a:r>
              <a:rPr lang="it-IT" sz="2400" dirty="0">
                <a:hlinkClick r:id="rId2"/>
              </a:rPr>
              <a:t>Cass. 9242/2024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927695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62CB97-C9F1-94CE-C881-3A4CFE36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L'intervento del d.lgs. 33/2025 sulla rateazione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AED5F8-F7F6-DA05-5203-453A34697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L'art. 105 d.lgs. 33/2025 prevede che con la presentazione dell'istanza restano sospesi (non interrotti) i termini.</a:t>
            </a:r>
          </a:p>
          <a:p>
            <a:pPr lvl="0"/>
            <a:r>
              <a:rPr lang="it-IT" sz="2400" dirty="0"/>
              <a:t>Novità  sistematica: si passa dalla interruzione alla sospensione.</a:t>
            </a:r>
          </a:p>
          <a:p>
            <a:pPr lvl="0"/>
            <a:r>
              <a:rPr lang="it-IT" sz="2400" dirty="0"/>
              <a:t>Coobbligati: la rateazione sospende la prescrizione anche verso i coobbligati.</a:t>
            </a:r>
          </a:p>
          <a:p>
            <a:pPr lvl="0"/>
            <a:r>
              <a:rPr lang="it-IT" sz="2400" dirty="0"/>
              <a:t>Condizione: opera solo se già  è stata impedita la decadenza nei confronti dei coobbligati.</a:t>
            </a:r>
          </a:p>
        </p:txBody>
      </p:sp>
    </p:spTree>
    <p:extLst>
      <p:ext uri="{BB962C8B-B14F-4D97-AF65-F5344CB8AC3E}">
        <p14:creationId xmlns:p14="http://schemas.microsoft.com/office/powerpoint/2010/main" val="174941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9BF623-E839-E109-FDFD-B7327B27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Prescrizione e atti processuali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21DFF5-A6CF-3465-8698-C4F04F62B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/>
              <a:t>Art. 2943 c.c.: prescrizione interrotta dalla notifica dell'atto che inizia il giudizio.</a:t>
            </a:r>
          </a:p>
          <a:p>
            <a:pPr lvl="0"/>
            <a:r>
              <a:rPr lang="it-IT" sz="2400"/>
              <a:t>Tensione sistematica: in ambito tributario agisce il debitore, non il creditore.</a:t>
            </a:r>
          </a:p>
          <a:p>
            <a:pPr lvl="0"/>
            <a:r>
              <a:rPr lang="it-IT" sz="2400"/>
              <a:t>La Cassazione applica comunque l'interruzione permanente fino al giudicato.</a:t>
            </a:r>
          </a:p>
          <a:p>
            <a:pPr lvl="0"/>
            <a:r>
              <a:rPr lang="it-IT" sz="2400"/>
              <a:t>Critica di Carinci: applicazione asistematica.</a:t>
            </a:r>
          </a:p>
          <a:p>
            <a:pPr lvl="0"/>
            <a:r>
              <a:rPr lang="it-IT" sz="2400"/>
              <a:t>Deroga espressa sanzioni: solo per le sanzioni l'impugnazione interrompe esplicitamente la prescrizione.</a:t>
            </a:r>
          </a:p>
        </p:txBody>
      </p:sp>
    </p:spTree>
    <p:extLst>
      <p:ext uri="{BB962C8B-B14F-4D97-AF65-F5344CB8AC3E}">
        <p14:creationId xmlns:p14="http://schemas.microsoft.com/office/powerpoint/2010/main" val="1715056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CF63C4-C57A-CF35-FC6E-C073937C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/>
              <a:t>Estinzione del giudizio e sorti della prescrizione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9028A5-2BBA-02E8-3C19-E1A96FEF6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2400" dirty="0"/>
              <a:t>Art. 2945, comma 3, c.c.: se processo estinto, rimane fermo l'effetto interruttivo e il nuovo periodo inizia dall'atto interruttivo.</a:t>
            </a:r>
          </a:p>
          <a:p>
            <a:pPr lvl="0"/>
            <a:r>
              <a:rPr lang="it-IT" sz="2400" dirty="0"/>
              <a:t>Nel processo tributario la Cassazione esclude l'applicabilità  della norma.</a:t>
            </a:r>
          </a:p>
          <a:p>
            <a:pPr lvl="0"/>
            <a:r>
              <a:rPr lang="it-IT" sz="2400" dirty="0"/>
              <a:t>Argomenti: natura </a:t>
            </a:r>
            <a:r>
              <a:rPr lang="it-IT" sz="2400" dirty="0" err="1"/>
              <a:t>impugnatoria</a:t>
            </a:r>
            <a:r>
              <a:rPr lang="it-IT" sz="2400" dirty="0"/>
              <a:t> del processo e solo il contribuente ha interesse alla riassunzione.</a:t>
            </a:r>
          </a:p>
          <a:p>
            <a:pPr lvl="0"/>
            <a:r>
              <a:rPr lang="it-IT" sz="2400" dirty="0"/>
              <a:t>Conseguenza: </a:t>
            </a:r>
            <a:r>
              <a:rPr lang="it-IT" sz="2400" dirty="0" err="1"/>
              <a:t>dies</a:t>
            </a:r>
            <a:r>
              <a:rPr lang="it-IT" sz="2400" dirty="0"/>
              <a:t> a quo corrisponde alla scadenza del termine per riassunzione.</a:t>
            </a:r>
          </a:p>
        </p:txBody>
      </p:sp>
    </p:spTree>
    <p:extLst>
      <p:ext uri="{BB962C8B-B14F-4D97-AF65-F5344CB8AC3E}">
        <p14:creationId xmlns:p14="http://schemas.microsoft.com/office/powerpoint/2010/main" val="24422045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51927D82004E4AAFD54DD5590269AD" ma:contentTypeVersion="21" ma:contentTypeDescription="Creare un nuovo documento." ma:contentTypeScope="" ma:versionID="49a04186c8bf87bbe7b12ef054f878f7">
  <xsd:schema xmlns:xsd="http://www.w3.org/2001/XMLSchema" xmlns:xs="http://www.w3.org/2001/XMLSchema" xmlns:p="http://schemas.microsoft.com/office/2006/metadata/properties" xmlns:ns2="956cd894-b996-4c11-b5f1-5e0de6e60782" xmlns:ns3="e6a95ae9-6f37-4005-b57e-bfea1e9f778e" targetNamespace="http://schemas.microsoft.com/office/2006/metadata/properties" ma:root="true" ma:fieldsID="cc0895b9788b6164bb26ddb9145374ef" ns2:_="" ns3:_="">
    <xsd:import namespace="956cd894-b996-4c11-b5f1-5e0de6e60782"/>
    <xsd:import namespace="e6a95ae9-6f37-4005-b57e-bfea1e9f77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Tipologi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6cd894-b996-4c11-b5f1-5e0de6e607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description="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Tipologia" ma:index="17" nillable="true" ma:displayName="Tipologia" ma:internalName="Tipologia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Tag immagine" ma:readOnly="false" ma:fieldId="{5cf76f15-5ced-4ddc-b409-7134ff3c332f}" ma:taxonomyMulti="true" ma:sspId="550eb1d7-83b1-415e-a69d-b2abb21670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a95ae9-6f37-4005-b57e-bfea1e9f778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423b142-971c-4e80-a347-cc3fe39bc47e}" ma:internalName="TaxCatchAll" ma:showField="CatchAllData" ma:web="e6a95ae9-6f37-4005-b57e-bfea1e9f77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623D4C-CE2B-4C6E-AD3E-B61D5D759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6cd894-b996-4c11-b5f1-5e0de6e60782"/>
    <ds:schemaRef ds:uri="e6a95ae9-6f37-4005-b57e-bfea1e9f7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B7F171-E585-4AAA-8B23-94757BCEA9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2299</TotalTime>
  <Words>2409</Words>
  <Application>Microsoft Office PowerPoint</Application>
  <PresentationFormat>Presentazione su schermo (4:3)</PresentationFormat>
  <Paragraphs>218</Paragraphs>
  <Slides>28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28</vt:i4>
      </vt:variant>
    </vt:vector>
  </HeadingPairs>
  <TitlesOfParts>
    <vt:vector size="36" baseType="lpstr">
      <vt:lpstr>Arial</vt:lpstr>
      <vt:lpstr>Calibri</vt:lpstr>
      <vt:lpstr>Times New Roman</vt:lpstr>
      <vt:lpstr>Ubuntu</vt:lpstr>
      <vt:lpstr>Wingdings</vt:lpstr>
      <vt:lpstr>1_Tema di Office</vt:lpstr>
      <vt:lpstr>2_Tema di Office</vt:lpstr>
      <vt:lpstr>4_Tema di Office</vt:lpstr>
      <vt:lpstr>Presentazione standard di PowerPoint</vt:lpstr>
      <vt:lpstr>Obiettivi</vt:lpstr>
      <vt:lpstr>Conteggio dei termini (cenni)</vt:lpstr>
      <vt:lpstr>Il fattore tempo come limite costituzionale</vt:lpstr>
      <vt:lpstr>Prescrizione (codice civile)</vt:lpstr>
      <vt:lpstr>Decadenza (codice civile)</vt:lpstr>
      <vt:lpstr>Differenze sostanziali</vt:lpstr>
      <vt:lpstr>La peculiare declinazione tributaria</vt:lpstr>
      <vt:lpstr>Il paradigma ordinario</vt:lpstr>
      <vt:lpstr>L'accertamento esecutivo (art. 14 d.lgs. 110/2024)</vt:lpstr>
      <vt:lpstr>Atti impeditivi della decadenza</vt:lpstr>
      <vt:lpstr>Decadenza e solidarietà (1)</vt:lpstr>
      <vt:lpstr>Decadenza e solidarietà (2)</vt:lpstr>
      <vt:lpstr>Decadenza e solidarietà (3)</vt:lpstr>
      <vt:lpstr>Decadenza e solidarietà (4)</vt:lpstr>
      <vt:lpstr>Eccezione: le sanzioni (art. 22 d.lgs. 173/2024)</vt:lpstr>
      <vt:lpstr>L'accertamento dell'intervenuta decadenza (processo tributario)</vt:lpstr>
      <vt:lpstr>Decadenza come vizio proprio dell'atto</vt:lpstr>
      <vt:lpstr>La prescrizione in materia tributaria: operatività  residuale</vt:lpstr>
      <vt:lpstr>Il termine prescrizionale: decennale ordinario o quinquennale?</vt:lpstr>
      <vt:lpstr>Il test della "causa debendi continuativa"</vt:lpstr>
      <vt:lpstr>L'actio iudicati (art. 2953 c.c.)</vt:lpstr>
      <vt:lpstr>La decorrenza della prescrizione (art. 2935 c.c.)</vt:lpstr>
      <vt:lpstr>Atti interruttivi della prescrizione in materia tributaria</vt:lpstr>
      <vt:lpstr>Il riconoscimento del debito (art. 2944 c.c.)</vt:lpstr>
      <vt:lpstr>L'intervento del d.lgs. 33/2025 sulla rateazione</vt:lpstr>
      <vt:lpstr>Prescrizione e atti processuali</vt:lpstr>
      <vt:lpstr>Estinzione del giudizio e sorti della prescrizione</vt:lpstr>
    </vt:vector>
  </TitlesOfParts>
  <Company>Y2K Communication S.r.l.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Paolo Cattaneo</dc:creator>
  <cp:lastModifiedBy>Luca Bonfanti</cp:lastModifiedBy>
  <cp:revision>87</cp:revision>
  <dcterms:created xsi:type="dcterms:W3CDTF">2010-12-23T08:33:36Z</dcterms:created>
  <dcterms:modified xsi:type="dcterms:W3CDTF">2026-04-29T07:11:26Z</dcterms:modified>
</cp:coreProperties>
</file>